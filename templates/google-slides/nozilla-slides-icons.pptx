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486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55555"/>
                </a:solidFill>
                <a:latin typeface="Space Mono"/>
              </a:rPr>
              <a:t>DESIGN SYSTEM · BIBLIOTHEK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868680"/>
            <a:ext cx="10637215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011680"/>
            <a:ext cx="1063721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00" b="1">
                <a:solidFill>
                  <a:srgbClr val="000000"/>
                </a:solidFill>
                <a:latin typeface="Zilla Slab"/>
              </a:rPr>
              <a:t>Icon-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3063240"/>
            <a:ext cx="4293402" cy="1177544"/>
          </a:xfrm>
          <a:prstGeom prst="rect">
            <a:avLst/>
          </a:prstGeom>
          <a:solidFill>
            <a:srgbClr val="00F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3129076"/>
            <a:ext cx="4293402" cy="11775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00" b="1">
                <a:solidFill>
                  <a:srgbClr val="000000"/>
                </a:solidFill>
                <a:latin typeface="Zilla Slab"/>
              </a:rPr>
              <a:t>Bibliothek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480560"/>
            <a:ext cx="7315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0">
                <a:solidFill>
                  <a:srgbClr val="555555"/>
                </a:solidFill>
                <a:latin typeface="Zilla Slab"/>
              </a:rPr>
              <a:t>14 Icons · zwei Dialekte · hell und dunkel.</a:t>
            </a:r>
          </a:p>
          <a:p>
            <a:pPr algn="l">
              <a:lnSpc>
                <a:spcPct val="125000"/>
              </a:lnSpc>
            </a:pPr>
            <a:r>
              <a:rPr sz="2200" b="0">
                <a:solidFill>
                  <a:srgbClr val="555555"/>
                </a:solidFill>
                <a:latin typeface="Zilla Slab"/>
              </a:rPr>
              <a:t>Zum Kopieren und Einsetzen.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5669280"/>
            <a:ext cx="10637215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897880"/>
            <a:ext cx="1828800" cy="5852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6800">
                <a:solidFill>
                  <a:srgbClr val="000000"/>
                </a:solidFill>
                <a:latin typeface="Zilla Slab"/>
              </a:rPr>
              <a:t>nozilla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55555"/>
                </a:solidFill>
                <a:latin typeface="Space Mono"/>
              </a:rPr>
              <a:t>DIALEKT A · HEAVY-STROKE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42455" y="38404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555555"/>
                </a:solidFill>
                <a:latin typeface="Space Mono"/>
              </a:rPr>
              <a:t>// GUTE DIGITALE DIENSTE.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713232"/>
            <a:ext cx="10637215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932688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0000"/>
                </a:solidFill>
                <a:latin typeface="Zilla Slab"/>
              </a:rPr>
              <a:t>Heavy-Stroke.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554480"/>
            <a:ext cx="1635709" cy="1553923"/>
          </a:xfrm>
          <a:prstGeom prst="rect">
            <a:avLst/>
          </a:prstGeom>
          <a:noFill/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362494" y="1938278"/>
            <a:ext cx="190310" cy="190310"/>
          </a:xfrm>
          <a:prstGeom prst="rect">
            <a:avLst/>
          </a:prstGeom>
          <a:noFill/>
          <a:ln w="42291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637386" y="1938278"/>
            <a:ext cx="190310" cy="190310"/>
          </a:xfrm>
          <a:prstGeom prst="rect">
            <a:avLst/>
          </a:prstGeom>
          <a:noFill/>
          <a:ln w="42291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362494" y="2213170"/>
            <a:ext cx="190310" cy="190310"/>
          </a:xfrm>
          <a:prstGeom prst="rect">
            <a:avLst/>
          </a:prstGeom>
          <a:noFill/>
          <a:ln w="42291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637386" y="2213170"/>
            <a:ext cx="190310" cy="190310"/>
          </a:xfrm>
          <a:prstGeom prst="rect">
            <a:avLst/>
          </a:prstGeom>
          <a:noFill/>
          <a:ln w="42291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212339"/>
            <a:ext cx="163570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555555"/>
                </a:solidFill>
                <a:latin typeface="Space Mono"/>
              </a:rPr>
              <a:t>GRID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77541" y="1554480"/>
            <a:ext cx="1635709" cy="1553923"/>
          </a:xfrm>
          <a:prstGeom prst="rect">
            <a:avLst/>
          </a:prstGeom>
          <a:noFill/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3247377" y="1959424"/>
            <a:ext cx="274892" cy="422910"/>
          </a:xfrm>
          <a:custGeom>
            <a:avLst/>
            <a:gdLst/>
            <a:ahLst/>
            <a:cxnLst/>
            <a:rect l="l" t="t" r="r" b="b"/>
            <a:pathLst>
              <a:path w="274892" h="422910">
                <a:moveTo>
                  <a:pt x="0" y="0"/>
                </a:moveTo>
                <a:lnTo>
                  <a:pt x="0" y="359473"/>
                </a:lnTo>
                <a:lnTo>
                  <a:pt x="95155" y="274891"/>
                </a:lnTo>
                <a:lnTo>
                  <a:pt x="158592" y="422910"/>
                </a:lnTo>
                <a:lnTo>
                  <a:pt x="222028" y="391191"/>
                </a:lnTo>
                <a:lnTo>
                  <a:pt x="158592" y="253746"/>
                </a:lnTo>
                <a:lnTo>
                  <a:pt x="274892" y="253746"/>
                </a:lnTo>
                <a:close/>
              </a:path>
            </a:pathLst>
          </a:custGeom>
          <a:noFill/>
          <a:ln w="42291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77541" y="3212339"/>
            <a:ext cx="163570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555555"/>
                </a:solidFill>
                <a:latin typeface="Space Mono"/>
              </a:rPr>
              <a:t>CURSOR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77842" y="1554480"/>
            <a:ext cx="1635709" cy="1553923"/>
          </a:xfrm>
          <a:prstGeom prst="rect">
            <a:avLst/>
          </a:prstGeom>
          <a:noFill/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4984242" y="1959424"/>
            <a:ext cx="422910" cy="422910"/>
          </a:xfrm>
          <a:custGeom>
            <a:avLst/>
            <a:gdLst/>
            <a:ahLst/>
            <a:cxnLst/>
            <a:rect l="l" t="t" r="r" b="b"/>
            <a:pathLst>
              <a:path w="422910" h="422910">
                <a:moveTo>
                  <a:pt x="0" y="0"/>
                </a:moveTo>
                <a:lnTo>
                  <a:pt x="422910" y="0"/>
                </a:lnTo>
                <a:lnTo>
                  <a:pt x="422910" y="422910"/>
                </a:lnTo>
                <a:lnTo>
                  <a:pt x="84582" y="422910"/>
                </a:lnTo>
                <a:lnTo>
                  <a:pt x="84582" y="84582"/>
                </a:lnTo>
                <a:lnTo>
                  <a:pt x="338328" y="84582"/>
                </a:lnTo>
                <a:lnTo>
                  <a:pt x="338328" y="338328"/>
                </a:lnTo>
                <a:lnTo>
                  <a:pt x="169164" y="338328"/>
                </a:lnTo>
                <a:lnTo>
                  <a:pt x="169164" y="169164"/>
                </a:lnTo>
                <a:lnTo>
                  <a:pt x="253746" y="169164"/>
                </a:lnTo>
              </a:path>
            </a:pathLst>
          </a:custGeom>
          <a:noFill/>
          <a:ln w="42291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77842" y="3212339"/>
            <a:ext cx="163570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555555"/>
                </a:solidFill>
                <a:latin typeface="Space Mono"/>
              </a:rPr>
              <a:t>LABYRINTH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8143" y="1554480"/>
            <a:ext cx="1635709" cy="1553923"/>
          </a:xfrm>
          <a:prstGeom prst="rect">
            <a:avLst/>
          </a:prstGeom>
          <a:noFill/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742252" y="1959424"/>
            <a:ext cx="507492" cy="422910"/>
          </a:xfrm>
          <a:prstGeom prst="rect">
            <a:avLst/>
          </a:prstGeom>
          <a:noFill/>
          <a:ln w="42291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6742252" y="2075724"/>
            <a:ext cx="507492" cy="0"/>
          </a:xfrm>
          <a:prstGeom prst="line">
            <a:avLst/>
          </a:prstGeom>
          <a:ln w="42291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Freeform 21"/>
          <p:cNvSpPr/>
          <p:nvPr/>
        </p:nvSpPr>
        <p:spPr>
          <a:xfrm>
            <a:off x="6826834" y="2181451"/>
            <a:ext cx="63437" cy="105728"/>
          </a:xfrm>
          <a:custGeom>
            <a:avLst/>
            <a:gdLst/>
            <a:ahLst/>
            <a:cxnLst/>
            <a:rect l="l" t="t" r="r" b="b"/>
            <a:pathLst>
              <a:path w="63437" h="105728">
                <a:moveTo>
                  <a:pt x="0" y="0"/>
                </a:moveTo>
                <a:lnTo>
                  <a:pt x="63437" y="52864"/>
                </a:lnTo>
                <a:lnTo>
                  <a:pt x="0" y="105728"/>
                </a:lnTo>
              </a:path>
            </a:pathLst>
          </a:custGeom>
          <a:noFill/>
          <a:ln w="42291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6953707" y="2287179"/>
            <a:ext cx="148019" cy="0"/>
          </a:xfrm>
          <a:prstGeom prst="line">
            <a:avLst/>
          </a:prstGeom>
          <a:ln w="42291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178143" y="3212339"/>
            <a:ext cx="163570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555555"/>
                </a:solidFill>
                <a:latin typeface="Space Mono"/>
              </a:rPr>
              <a:t>TERMINAL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78444" y="1554480"/>
            <a:ext cx="1635709" cy="1553923"/>
          </a:xfrm>
          <a:prstGeom prst="rect">
            <a:avLst/>
          </a:prstGeom>
          <a:noFill/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8563699" y="1959424"/>
            <a:ext cx="465201" cy="401764"/>
          </a:xfrm>
          <a:custGeom>
            <a:avLst/>
            <a:gdLst/>
            <a:ahLst/>
            <a:cxnLst/>
            <a:rect l="l" t="t" r="r" b="b"/>
            <a:pathLst>
              <a:path w="465201" h="401764">
                <a:moveTo>
                  <a:pt x="0" y="0"/>
                </a:moveTo>
                <a:lnTo>
                  <a:pt x="465201" y="0"/>
                </a:lnTo>
                <a:lnTo>
                  <a:pt x="465201" y="296037"/>
                </a:lnTo>
                <a:lnTo>
                  <a:pt x="169164" y="296037"/>
                </a:lnTo>
                <a:lnTo>
                  <a:pt x="63436" y="401764"/>
                </a:lnTo>
                <a:lnTo>
                  <a:pt x="63436" y="296037"/>
                </a:lnTo>
                <a:lnTo>
                  <a:pt x="0" y="296037"/>
                </a:lnTo>
                <a:close/>
              </a:path>
            </a:pathLst>
          </a:custGeom>
          <a:noFill/>
          <a:ln w="42291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686343" y="2082067"/>
            <a:ext cx="50749" cy="50749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770925" y="2082067"/>
            <a:ext cx="50749" cy="50749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855507" y="2082067"/>
            <a:ext cx="50749" cy="50749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78444" y="3212339"/>
            <a:ext cx="163570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555555"/>
                </a:solidFill>
                <a:latin typeface="Space Mono"/>
              </a:rPr>
              <a:t>CHAT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778746" y="1554480"/>
            <a:ext cx="1635709" cy="1553923"/>
          </a:xfrm>
          <a:prstGeom prst="rect">
            <a:avLst/>
          </a:prstGeom>
          <a:noFill/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10342855" y="1917133"/>
            <a:ext cx="507492" cy="507492"/>
          </a:xfrm>
          <a:custGeom>
            <a:avLst/>
            <a:gdLst/>
            <a:ahLst/>
            <a:cxnLst/>
            <a:rect l="l" t="t" r="r" b="b"/>
            <a:pathLst>
              <a:path w="507492" h="507492">
                <a:moveTo>
                  <a:pt x="253746" y="0"/>
                </a:moveTo>
                <a:lnTo>
                  <a:pt x="306609" y="200882"/>
                </a:lnTo>
                <a:lnTo>
                  <a:pt x="507492" y="253746"/>
                </a:lnTo>
                <a:lnTo>
                  <a:pt x="306609" y="306609"/>
                </a:lnTo>
                <a:lnTo>
                  <a:pt x="253746" y="507492"/>
                </a:lnTo>
                <a:lnTo>
                  <a:pt x="200882" y="306609"/>
                </a:lnTo>
                <a:lnTo>
                  <a:pt x="0" y="253746"/>
                </a:lnTo>
                <a:lnTo>
                  <a:pt x="200882" y="200882"/>
                </a:lnTo>
                <a:close/>
              </a:path>
            </a:pathLst>
          </a:custGeom>
          <a:solidFill>
            <a:srgbClr val="00FF9C"/>
          </a:solidFill>
          <a:ln w="42291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78746" y="3212339"/>
            <a:ext cx="163570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555555"/>
                </a:solidFill>
                <a:latin typeface="Space Mono"/>
              </a:rPr>
              <a:t>SPARK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3520439"/>
            <a:ext cx="1635709" cy="1553923"/>
          </a:xfrm>
          <a:prstGeom prst="rect">
            <a:avLst/>
          </a:prstGeom>
          <a:noFill/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>
            <a:off x="1362494" y="4136839"/>
            <a:ext cx="422910" cy="0"/>
          </a:xfrm>
          <a:prstGeom prst="line">
            <a:avLst/>
          </a:prstGeom>
          <a:ln w="42291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Freeform 35"/>
          <p:cNvSpPr/>
          <p:nvPr/>
        </p:nvSpPr>
        <p:spPr>
          <a:xfrm>
            <a:off x="1658531" y="4009966"/>
            <a:ext cx="148019" cy="253746"/>
          </a:xfrm>
          <a:custGeom>
            <a:avLst/>
            <a:gdLst/>
            <a:ahLst/>
            <a:cxnLst/>
            <a:rect l="l" t="t" r="r" b="b"/>
            <a:pathLst>
              <a:path w="148019" h="253746">
                <a:moveTo>
                  <a:pt x="0" y="0"/>
                </a:moveTo>
                <a:lnTo>
                  <a:pt x="148019" y="126873"/>
                </a:lnTo>
                <a:lnTo>
                  <a:pt x="0" y="253746"/>
                </a:lnTo>
              </a:path>
            </a:pathLst>
          </a:custGeom>
          <a:noFill/>
          <a:ln w="42291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" y="5178299"/>
            <a:ext cx="163570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555555"/>
                </a:solidFill>
                <a:latin typeface="Space Mono"/>
              </a:rPr>
              <a:t>PFEIL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77541" y="3520439"/>
            <a:ext cx="1635709" cy="1553923"/>
          </a:xfrm>
          <a:prstGeom prst="rect">
            <a:avLst/>
          </a:prstGeom>
          <a:noFill/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289668" y="3925384"/>
            <a:ext cx="211455" cy="211455"/>
          </a:xfrm>
          <a:prstGeom prst="ellipse">
            <a:avLst/>
          </a:prstGeom>
          <a:noFill/>
          <a:ln w="42291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3205086" y="4210848"/>
            <a:ext cx="380619" cy="137446"/>
          </a:xfrm>
          <a:custGeom>
            <a:avLst/>
            <a:gdLst/>
            <a:ahLst/>
            <a:cxnLst/>
            <a:rect l="l" t="t" r="r" b="b"/>
            <a:pathLst>
              <a:path w="380619" h="137446">
                <a:moveTo>
                  <a:pt x="0" y="137446"/>
                </a:moveTo>
                <a:lnTo>
                  <a:pt x="42291" y="42291"/>
                </a:lnTo>
                <a:lnTo>
                  <a:pt x="190310" y="0"/>
                </a:lnTo>
                <a:lnTo>
                  <a:pt x="338328" y="42291"/>
                </a:lnTo>
                <a:lnTo>
                  <a:pt x="380619" y="137446"/>
                </a:lnTo>
              </a:path>
            </a:pathLst>
          </a:custGeom>
          <a:noFill/>
          <a:ln w="42291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577541" y="5178299"/>
            <a:ext cx="163570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555555"/>
                </a:solidFill>
                <a:latin typeface="Space Mono"/>
              </a:rPr>
              <a:t>PERSON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377842" y="3520439"/>
            <a:ext cx="1635709" cy="1553923"/>
          </a:xfrm>
          <a:prstGeom prst="rect">
            <a:avLst/>
          </a:prstGeom>
          <a:noFill/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037106" y="3978247"/>
            <a:ext cx="317182" cy="317182"/>
          </a:xfrm>
          <a:prstGeom prst="ellipse">
            <a:avLst/>
          </a:prstGeom>
          <a:noFill/>
          <a:ln w="42291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142833" y="4083975"/>
            <a:ext cx="105728" cy="105728"/>
          </a:xfrm>
          <a:prstGeom prst="ellipse">
            <a:avLst/>
          </a:prstGeom>
          <a:noFill/>
          <a:ln w="42291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" name="Connector 44"/>
          <p:cNvCxnSpPr/>
          <p:nvPr/>
        </p:nvCxnSpPr>
        <p:spPr>
          <a:xfrm>
            <a:off x="5354288" y="4136839"/>
            <a:ext cx="63437" cy="0"/>
          </a:xfrm>
          <a:prstGeom prst="line">
            <a:avLst/>
          </a:prstGeom>
          <a:ln w="42291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5195697" y="4295430"/>
            <a:ext cx="0" cy="63436"/>
          </a:xfrm>
          <a:prstGeom prst="line">
            <a:avLst/>
          </a:prstGeom>
          <a:ln w="42291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H="1">
            <a:off x="4973669" y="4136839"/>
            <a:ext cx="63437" cy="0"/>
          </a:xfrm>
          <a:prstGeom prst="line">
            <a:avLst/>
          </a:prstGeom>
          <a:ln w="42291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5195697" y="3914811"/>
            <a:ext cx="0" cy="63436"/>
          </a:xfrm>
          <a:prstGeom prst="line">
            <a:avLst/>
          </a:prstGeom>
          <a:ln w="42291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5307768" y="4248910"/>
            <a:ext cx="46520" cy="46520"/>
          </a:xfrm>
          <a:prstGeom prst="line">
            <a:avLst/>
          </a:prstGeom>
          <a:ln w="42291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>
            <a:off x="5037106" y="4248910"/>
            <a:ext cx="46520" cy="46520"/>
          </a:xfrm>
          <a:prstGeom prst="line">
            <a:avLst/>
          </a:prstGeom>
          <a:ln w="42291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H="1" flipV="1">
            <a:off x="5037106" y="3978247"/>
            <a:ext cx="46520" cy="46520"/>
          </a:xfrm>
          <a:prstGeom prst="line">
            <a:avLst/>
          </a:prstGeom>
          <a:ln w="42291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5307768" y="3978247"/>
            <a:ext cx="46520" cy="46520"/>
          </a:xfrm>
          <a:prstGeom prst="line">
            <a:avLst/>
          </a:prstGeom>
          <a:ln w="42291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4377842" y="5178299"/>
            <a:ext cx="163570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555555"/>
                </a:solidFill>
                <a:latin typeface="Space Mono"/>
              </a:rPr>
              <a:t>ZAHNRAD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78143" y="3520439"/>
            <a:ext cx="1635709" cy="1553923"/>
          </a:xfrm>
          <a:prstGeom prst="rect">
            <a:avLst/>
          </a:prstGeom>
          <a:noFill/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Freeform 54"/>
          <p:cNvSpPr/>
          <p:nvPr/>
        </p:nvSpPr>
        <p:spPr>
          <a:xfrm>
            <a:off x="6763398" y="4009966"/>
            <a:ext cx="465201" cy="296037"/>
          </a:xfrm>
          <a:custGeom>
            <a:avLst/>
            <a:gdLst/>
            <a:ahLst/>
            <a:cxnLst/>
            <a:rect l="l" t="t" r="r" b="b"/>
            <a:pathLst>
              <a:path w="465201" h="296037">
                <a:moveTo>
                  <a:pt x="0" y="0"/>
                </a:moveTo>
                <a:lnTo>
                  <a:pt x="169164" y="0"/>
                </a:lnTo>
                <a:lnTo>
                  <a:pt x="222027" y="63436"/>
                </a:lnTo>
                <a:lnTo>
                  <a:pt x="465201" y="63436"/>
                </a:lnTo>
                <a:lnTo>
                  <a:pt x="465201" y="296037"/>
                </a:lnTo>
                <a:lnTo>
                  <a:pt x="0" y="296037"/>
                </a:lnTo>
                <a:close/>
              </a:path>
            </a:pathLst>
          </a:custGeom>
          <a:noFill/>
          <a:ln w="42291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178143" y="5178299"/>
            <a:ext cx="163570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555555"/>
                </a:solidFill>
                <a:latin typeface="Space Mono"/>
              </a:rPr>
              <a:t>ORDNER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978444" y="3520439"/>
            <a:ext cx="1635709" cy="1553923"/>
          </a:xfrm>
          <a:prstGeom prst="rect">
            <a:avLst/>
          </a:prstGeom>
          <a:noFill/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8648281" y="3925384"/>
            <a:ext cx="296037" cy="296037"/>
          </a:xfrm>
          <a:prstGeom prst="ellipse">
            <a:avLst/>
          </a:prstGeom>
          <a:solidFill>
            <a:srgbClr val="00FF9C"/>
          </a:solidFill>
          <a:ln w="42291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Connector 58"/>
          <p:cNvCxnSpPr/>
          <p:nvPr/>
        </p:nvCxnSpPr>
        <p:spPr>
          <a:xfrm>
            <a:off x="8711717" y="4263712"/>
            <a:ext cx="169164" cy="0"/>
          </a:xfrm>
          <a:prstGeom prst="line">
            <a:avLst/>
          </a:prstGeom>
          <a:ln w="42291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8732863" y="4327148"/>
            <a:ext cx="126873" cy="0"/>
          </a:xfrm>
          <a:prstGeom prst="line">
            <a:avLst/>
          </a:prstGeom>
          <a:ln w="42291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7978444" y="5178299"/>
            <a:ext cx="163570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555555"/>
                </a:solidFill>
                <a:latin typeface="Space Mono"/>
              </a:rPr>
              <a:t>GLÜHBIRNE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778746" y="3520439"/>
            <a:ext cx="1635709" cy="1553923"/>
          </a:xfrm>
          <a:prstGeom prst="rect">
            <a:avLst/>
          </a:prstGeom>
          <a:noFill/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Freeform 62"/>
          <p:cNvSpPr/>
          <p:nvPr/>
        </p:nvSpPr>
        <p:spPr>
          <a:xfrm>
            <a:off x="10385146" y="3988820"/>
            <a:ext cx="126873" cy="296037"/>
          </a:xfrm>
          <a:custGeom>
            <a:avLst/>
            <a:gdLst/>
            <a:ahLst/>
            <a:cxnLst/>
            <a:rect l="l" t="t" r="r" b="b"/>
            <a:pathLst>
              <a:path w="126873" h="296037">
                <a:moveTo>
                  <a:pt x="126873" y="0"/>
                </a:moveTo>
                <a:lnTo>
                  <a:pt x="0" y="148019"/>
                </a:lnTo>
                <a:lnTo>
                  <a:pt x="126873" y="296037"/>
                </a:lnTo>
              </a:path>
            </a:pathLst>
          </a:custGeom>
          <a:noFill/>
          <a:ln w="42291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10681183" y="3988820"/>
            <a:ext cx="126873" cy="296037"/>
          </a:xfrm>
          <a:custGeom>
            <a:avLst/>
            <a:gdLst/>
            <a:ahLst/>
            <a:cxnLst/>
            <a:rect l="l" t="t" r="r" b="b"/>
            <a:pathLst>
              <a:path w="126873" h="296037">
                <a:moveTo>
                  <a:pt x="0" y="0"/>
                </a:moveTo>
                <a:lnTo>
                  <a:pt x="126873" y="148019"/>
                </a:lnTo>
                <a:lnTo>
                  <a:pt x="0" y="296037"/>
                </a:lnTo>
              </a:path>
            </a:pathLst>
          </a:custGeom>
          <a:noFill/>
          <a:ln w="42291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" name="Connector 64"/>
          <p:cNvCxnSpPr/>
          <p:nvPr/>
        </p:nvCxnSpPr>
        <p:spPr>
          <a:xfrm flipH="1">
            <a:off x="10554310" y="3946529"/>
            <a:ext cx="84582" cy="380619"/>
          </a:xfrm>
          <a:prstGeom prst="line">
            <a:avLst/>
          </a:prstGeom>
          <a:ln w="42291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9778746" y="5178299"/>
            <a:ext cx="163570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555555"/>
                </a:solidFill>
                <a:latin typeface="Space Mono"/>
              </a:rPr>
              <a:t>CODE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77240" y="58064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55555"/>
                </a:solidFill>
                <a:latin typeface="Space Mono"/>
              </a:rPr>
              <a:t>4 PX UMRISS · SQUARE CAPS · MITER JOINS · 64ER-RASTER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77240" y="6199632"/>
            <a:ext cx="10637215" cy="1270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77240" y="632764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555555"/>
                </a:solidFill>
                <a:latin typeface="Zilla Slab"/>
              </a:rPr>
              <a:t>nozilla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585655" y="632764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555555"/>
                </a:solidFill>
                <a:latin typeface="Space Mono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FFEE5"/>
                </a:solidFill>
                <a:latin typeface="Space Mono"/>
              </a:rPr>
              <a:t>DIALEKT A · INVERTIERT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42455" y="38404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FFFEE5"/>
                </a:solidFill>
                <a:latin typeface="Space Mono"/>
              </a:rPr>
              <a:t>// AUF TINTE-SCHWARZ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713232"/>
            <a:ext cx="10637215" cy="25400"/>
          </a:xfrm>
          <a:prstGeom prst="rect">
            <a:avLst/>
          </a:prstGeom>
          <a:solidFill>
            <a:srgbClr val="FFF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932688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EE5"/>
                </a:solidFill>
                <a:latin typeface="Zilla Slab"/>
              </a:rPr>
              <a:t>Heavy-Stroke, invertiert.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554480"/>
            <a:ext cx="1635709" cy="1553923"/>
          </a:xfrm>
          <a:prstGeom prst="rect">
            <a:avLst/>
          </a:prstGeom>
          <a:noFill/>
          <a:ln w="25400">
            <a:solidFill>
              <a:srgbClr val="FFF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362494" y="1938278"/>
            <a:ext cx="190310" cy="190310"/>
          </a:xfrm>
          <a:prstGeom prst="rect">
            <a:avLst/>
          </a:prstGeom>
          <a:noFill/>
          <a:ln w="42291">
            <a:solidFill>
              <a:srgbClr val="FFF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637386" y="1938278"/>
            <a:ext cx="190310" cy="190310"/>
          </a:xfrm>
          <a:prstGeom prst="rect">
            <a:avLst/>
          </a:prstGeom>
          <a:noFill/>
          <a:ln w="42291">
            <a:solidFill>
              <a:srgbClr val="FFF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362494" y="2213170"/>
            <a:ext cx="190310" cy="190310"/>
          </a:xfrm>
          <a:prstGeom prst="rect">
            <a:avLst/>
          </a:prstGeom>
          <a:noFill/>
          <a:ln w="42291">
            <a:solidFill>
              <a:srgbClr val="FFF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637386" y="2213170"/>
            <a:ext cx="190310" cy="190310"/>
          </a:xfrm>
          <a:prstGeom prst="rect">
            <a:avLst/>
          </a:prstGeom>
          <a:noFill/>
          <a:ln w="42291">
            <a:solidFill>
              <a:srgbClr val="FFF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212339"/>
            <a:ext cx="163570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FFEE5"/>
                </a:solidFill>
                <a:latin typeface="Space Mono"/>
              </a:rPr>
              <a:t>GRID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77541" y="1554480"/>
            <a:ext cx="1635709" cy="1553923"/>
          </a:xfrm>
          <a:prstGeom prst="rect">
            <a:avLst/>
          </a:prstGeom>
          <a:noFill/>
          <a:ln w="25400">
            <a:solidFill>
              <a:srgbClr val="FFF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3247377" y="1959424"/>
            <a:ext cx="274892" cy="422910"/>
          </a:xfrm>
          <a:custGeom>
            <a:avLst/>
            <a:gdLst/>
            <a:ahLst/>
            <a:cxnLst/>
            <a:rect l="l" t="t" r="r" b="b"/>
            <a:pathLst>
              <a:path w="274892" h="422910">
                <a:moveTo>
                  <a:pt x="0" y="0"/>
                </a:moveTo>
                <a:lnTo>
                  <a:pt x="0" y="359473"/>
                </a:lnTo>
                <a:lnTo>
                  <a:pt x="95155" y="274891"/>
                </a:lnTo>
                <a:lnTo>
                  <a:pt x="158592" y="422910"/>
                </a:lnTo>
                <a:lnTo>
                  <a:pt x="222028" y="391191"/>
                </a:lnTo>
                <a:lnTo>
                  <a:pt x="158592" y="253746"/>
                </a:lnTo>
                <a:lnTo>
                  <a:pt x="274892" y="253746"/>
                </a:lnTo>
                <a:close/>
              </a:path>
            </a:pathLst>
          </a:custGeom>
          <a:noFill/>
          <a:ln w="42291">
            <a:solidFill>
              <a:srgbClr val="FFF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77541" y="3212339"/>
            <a:ext cx="163570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FFEE5"/>
                </a:solidFill>
                <a:latin typeface="Space Mono"/>
              </a:rPr>
              <a:t>CURSOR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77842" y="1554480"/>
            <a:ext cx="1635709" cy="1553923"/>
          </a:xfrm>
          <a:prstGeom prst="rect">
            <a:avLst/>
          </a:prstGeom>
          <a:noFill/>
          <a:ln w="25400">
            <a:solidFill>
              <a:srgbClr val="FFF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4984242" y="1959424"/>
            <a:ext cx="422910" cy="422910"/>
          </a:xfrm>
          <a:custGeom>
            <a:avLst/>
            <a:gdLst/>
            <a:ahLst/>
            <a:cxnLst/>
            <a:rect l="l" t="t" r="r" b="b"/>
            <a:pathLst>
              <a:path w="422910" h="422910">
                <a:moveTo>
                  <a:pt x="0" y="0"/>
                </a:moveTo>
                <a:lnTo>
                  <a:pt x="422910" y="0"/>
                </a:lnTo>
                <a:lnTo>
                  <a:pt x="422910" y="422910"/>
                </a:lnTo>
                <a:lnTo>
                  <a:pt x="84582" y="422910"/>
                </a:lnTo>
                <a:lnTo>
                  <a:pt x="84582" y="84582"/>
                </a:lnTo>
                <a:lnTo>
                  <a:pt x="338328" y="84582"/>
                </a:lnTo>
                <a:lnTo>
                  <a:pt x="338328" y="338328"/>
                </a:lnTo>
                <a:lnTo>
                  <a:pt x="169164" y="338328"/>
                </a:lnTo>
                <a:lnTo>
                  <a:pt x="169164" y="169164"/>
                </a:lnTo>
                <a:lnTo>
                  <a:pt x="253746" y="169164"/>
                </a:lnTo>
              </a:path>
            </a:pathLst>
          </a:custGeom>
          <a:noFill/>
          <a:ln w="42291">
            <a:solidFill>
              <a:srgbClr val="FFF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77842" y="3212339"/>
            <a:ext cx="163570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FFEE5"/>
                </a:solidFill>
                <a:latin typeface="Space Mono"/>
              </a:rPr>
              <a:t>LABYRINTH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8143" y="1554480"/>
            <a:ext cx="1635709" cy="1553923"/>
          </a:xfrm>
          <a:prstGeom prst="rect">
            <a:avLst/>
          </a:prstGeom>
          <a:noFill/>
          <a:ln w="25400">
            <a:solidFill>
              <a:srgbClr val="FFF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742252" y="1959424"/>
            <a:ext cx="507492" cy="422910"/>
          </a:xfrm>
          <a:prstGeom prst="rect">
            <a:avLst/>
          </a:prstGeom>
          <a:noFill/>
          <a:ln w="42291">
            <a:solidFill>
              <a:srgbClr val="FFF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6742252" y="2075724"/>
            <a:ext cx="507492" cy="0"/>
          </a:xfrm>
          <a:prstGeom prst="line">
            <a:avLst/>
          </a:prstGeom>
          <a:ln w="42291">
            <a:solidFill>
              <a:srgbClr val="FFFE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Freeform 21"/>
          <p:cNvSpPr/>
          <p:nvPr/>
        </p:nvSpPr>
        <p:spPr>
          <a:xfrm>
            <a:off x="6826834" y="2181451"/>
            <a:ext cx="63437" cy="105728"/>
          </a:xfrm>
          <a:custGeom>
            <a:avLst/>
            <a:gdLst/>
            <a:ahLst/>
            <a:cxnLst/>
            <a:rect l="l" t="t" r="r" b="b"/>
            <a:pathLst>
              <a:path w="63437" h="105728">
                <a:moveTo>
                  <a:pt x="0" y="0"/>
                </a:moveTo>
                <a:lnTo>
                  <a:pt x="63437" y="52864"/>
                </a:lnTo>
                <a:lnTo>
                  <a:pt x="0" y="105728"/>
                </a:lnTo>
              </a:path>
            </a:pathLst>
          </a:custGeom>
          <a:noFill/>
          <a:ln w="42291">
            <a:solidFill>
              <a:srgbClr val="FFF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6953707" y="2287179"/>
            <a:ext cx="148019" cy="0"/>
          </a:xfrm>
          <a:prstGeom prst="line">
            <a:avLst/>
          </a:prstGeom>
          <a:ln w="42291">
            <a:solidFill>
              <a:srgbClr val="FFFE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178143" y="3212339"/>
            <a:ext cx="163570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FFEE5"/>
                </a:solidFill>
                <a:latin typeface="Space Mono"/>
              </a:rPr>
              <a:t>TERMINAL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78444" y="1554480"/>
            <a:ext cx="1635709" cy="1553923"/>
          </a:xfrm>
          <a:prstGeom prst="rect">
            <a:avLst/>
          </a:prstGeom>
          <a:noFill/>
          <a:ln w="25400">
            <a:solidFill>
              <a:srgbClr val="FFF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8563699" y="1959424"/>
            <a:ext cx="465201" cy="401764"/>
          </a:xfrm>
          <a:custGeom>
            <a:avLst/>
            <a:gdLst/>
            <a:ahLst/>
            <a:cxnLst/>
            <a:rect l="l" t="t" r="r" b="b"/>
            <a:pathLst>
              <a:path w="465201" h="401764">
                <a:moveTo>
                  <a:pt x="0" y="0"/>
                </a:moveTo>
                <a:lnTo>
                  <a:pt x="465201" y="0"/>
                </a:lnTo>
                <a:lnTo>
                  <a:pt x="465201" y="296037"/>
                </a:lnTo>
                <a:lnTo>
                  <a:pt x="169164" y="296037"/>
                </a:lnTo>
                <a:lnTo>
                  <a:pt x="63436" y="401764"/>
                </a:lnTo>
                <a:lnTo>
                  <a:pt x="63436" y="296037"/>
                </a:lnTo>
                <a:lnTo>
                  <a:pt x="0" y="296037"/>
                </a:lnTo>
                <a:close/>
              </a:path>
            </a:pathLst>
          </a:custGeom>
          <a:noFill/>
          <a:ln w="42291">
            <a:solidFill>
              <a:srgbClr val="FFF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686343" y="2082067"/>
            <a:ext cx="50749" cy="50749"/>
          </a:xfrm>
          <a:prstGeom prst="ellipse">
            <a:avLst/>
          </a:prstGeom>
          <a:solidFill>
            <a:srgbClr val="FFF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770925" y="2082067"/>
            <a:ext cx="50749" cy="50749"/>
          </a:xfrm>
          <a:prstGeom prst="ellipse">
            <a:avLst/>
          </a:prstGeom>
          <a:solidFill>
            <a:srgbClr val="FFF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855507" y="2082067"/>
            <a:ext cx="50749" cy="50749"/>
          </a:xfrm>
          <a:prstGeom prst="ellipse">
            <a:avLst/>
          </a:prstGeom>
          <a:solidFill>
            <a:srgbClr val="FFF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78444" y="3212339"/>
            <a:ext cx="163570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FFEE5"/>
                </a:solidFill>
                <a:latin typeface="Space Mono"/>
              </a:rPr>
              <a:t>CHAT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778746" y="1554480"/>
            <a:ext cx="1635709" cy="1553923"/>
          </a:xfrm>
          <a:prstGeom prst="rect">
            <a:avLst/>
          </a:prstGeom>
          <a:noFill/>
          <a:ln w="25400">
            <a:solidFill>
              <a:srgbClr val="FFF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10342855" y="1917133"/>
            <a:ext cx="507492" cy="507492"/>
          </a:xfrm>
          <a:custGeom>
            <a:avLst/>
            <a:gdLst/>
            <a:ahLst/>
            <a:cxnLst/>
            <a:rect l="l" t="t" r="r" b="b"/>
            <a:pathLst>
              <a:path w="507492" h="507492">
                <a:moveTo>
                  <a:pt x="253746" y="0"/>
                </a:moveTo>
                <a:lnTo>
                  <a:pt x="306609" y="200882"/>
                </a:lnTo>
                <a:lnTo>
                  <a:pt x="507492" y="253746"/>
                </a:lnTo>
                <a:lnTo>
                  <a:pt x="306609" y="306609"/>
                </a:lnTo>
                <a:lnTo>
                  <a:pt x="253746" y="507492"/>
                </a:lnTo>
                <a:lnTo>
                  <a:pt x="200882" y="306609"/>
                </a:lnTo>
                <a:lnTo>
                  <a:pt x="0" y="253746"/>
                </a:lnTo>
                <a:lnTo>
                  <a:pt x="200882" y="200882"/>
                </a:lnTo>
                <a:close/>
              </a:path>
            </a:pathLst>
          </a:custGeom>
          <a:solidFill>
            <a:srgbClr val="00FF9C"/>
          </a:solidFill>
          <a:ln w="42291">
            <a:solidFill>
              <a:srgbClr val="FFF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78746" y="3212339"/>
            <a:ext cx="163570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FFEE5"/>
                </a:solidFill>
                <a:latin typeface="Space Mono"/>
              </a:rPr>
              <a:t>SPARK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3520439"/>
            <a:ext cx="1635709" cy="1553923"/>
          </a:xfrm>
          <a:prstGeom prst="rect">
            <a:avLst/>
          </a:prstGeom>
          <a:noFill/>
          <a:ln w="25400">
            <a:solidFill>
              <a:srgbClr val="FFF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>
            <a:off x="1362494" y="4136839"/>
            <a:ext cx="422910" cy="0"/>
          </a:xfrm>
          <a:prstGeom prst="line">
            <a:avLst/>
          </a:prstGeom>
          <a:ln w="42291">
            <a:solidFill>
              <a:srgbClr val="FFFE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Freeform 35"/>
          <p:cNvSpPr/>
          <p:nvPr/>
        </p:nvSpPr>
        <p:spPr>
          <a:xfrm>
            <a:off x="1658531" y="4009966"/>
            <a:ext cx="148019" cy="253746"/>
          </a:xfrm>
          <a:custGeom>
            <a:avLst/>
            <a:gdLst/>
            <a:ahLst/>
            <a:cxnLst/>
            <a:rect l="l" t="t" r="r" b="b"/>
            <a:pathLst>
              <a:path w="148019" h="253746">
                <a:moveTo>
                  <a:pt x="0" y="0"/>
                </a:moveTo>
                <a:lnTo>
                  <a:pt x="148019" y="126873"/>
                </a:lnTo>
                <a:lnTo>
                  <a:pt x="0" y="253746"/>
                </a:lnTo>
              </a:path>
            </a:pathLst>
          </a:custGeom>
          <a:noFill/>
          <a:ln w="42291">
            <a:solidFill>
              <a:srgbClr val="FFF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" y="5178299"/>
            <a:ext cx="163570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FFEE5"/>
                </a:solidFill>
                <a:latin typeface="Space Mono"/>
              </a:rPr>
              <a:t>PFEIL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77541" y="3520439"/>
            <a:ext cx="1635709" cy="1553923"/>
          </a:xfrm>
          <a:prstGeom prst="rect">
            <a:avLst/>
          </a:prstGeom>
          <a:noFill/>
          <a:ln w="25400">
            <a:solidFill>
              <a:srgbClr val="FFF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289668" y="3925384"/>
            <a:ext cx="211455" cy="211455"/>
          </a:xfrm>
          <a:prstGeom prst="ellipse">
            <a:avLst/>
          </a:prstGeom>
          <a:noFill/>
          <a:ln w="42291">
            <a:solidFill>
              <a:srgbClr val="FFF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3205086" y="4210848"/>
            <a:ext cx="380619" cy="137446"/>
          </a:xfrm>
          <a:custGeom>
            <a:avLst/>
            <a:gdLst/>
            <a:ahLst/>
            <a:cxnLst/>
            <a:rect l="l" t="t" r="r" b="b"/>
            <a:pathLst>
              <a:path w="380619" h="137446">
                <a:moveTo>
                  <a:pt x="0" y="137446"/>
                </a:moveTo>
                <a:lnTo>
                  <a:pt x="42291" y="42291"/>
                </a:lnTo>
                <a:lnTo>
                  <a:pt x="190310" y="0"/>
                </a:lnTo>
                <a:lnTo>
                  <a:pt x="338328" y="42291"/>
                </a:lnTo>
                <a:lnTo>
                  <a:pt x="380619" y="137446"/>
                </a:lnTo>
              </a:path>
            </a:pathLst>
          </a:custGeom>
          <a:noFill/>
          <a:ln w="42291">
            <a:solidFill>
              <a:srgbClr val="FFF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577541" y="5178299"/>
            <a:ext cx="163570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FFEE5"/>
                </a:solidFill>
                <a:latin typeface="Space Mono"/>
              </a:rPr>
              <a:t>PERSON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377842" y="3520439"/>
            <a:ext cx="1635709" cy="1553923"/>
          </a:xfrm>
          <a:prstGeom prst="rect">
            <a:avLst/>
          </a:prstGeom>
          <a:noFill/>
          <a:ln w="25400">
            <a:solidFill>
              <a:srgbClr val="FFF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037106" y="3978247"/>
            <a:ext cx="317182" cy="317182"/>
          </a:xfrm>
          <a:prstGeom prst="ellipse">
            <a:avLst/>
          </a:prstGeom>
          <a:noFill/>
          <a:ln w="42291">
            <a:solidFill>
              <a:srgbClr val="FFF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142833" y="4083975"/>
            <a:ext cx="105728" cy="105728"/>
          </a:xfrm>
          <a:prstGeom prst="ellipse">
            <a:avLst/>
          </a:prstGeom>
          <a:noFill/>
          <a:ln w="42291">
            <a:solidFill>
              <a:srgbClr val="FFF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" name="Connector 44"/>
          <p:cNvCxnSpPr/>
          <p:nvPr/>
        </p:nvCxnSpPr>
        <p:spPr>
          <a:xfrm>
            <a:off x="5354288" y="4136839"/>
            <a:ext cx="63437" cy="0"/>
          </a:xfrm>
          <a:prstGeom prst="line">
            <a:avLst/>
          </a:prstGeom>
          <a:ln w="42291">
            <a:solidFill>
              <a:srgbClr val="FFFE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5195697" y="4295430"/>
            <a:ext cx="0" cy="63436"/>
          </a:xfrm>
          <a:prstGeom prst="line">
            <a:avLst/>
          </a:prstGeom>
          <a:ln w="42291">
            <a:solidFill>
              <a:srgbClr val="FFFE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H="1">
            <a:off x="4973669" y="4136839"/>
            <a:ext cx="63437" cy="0"/>
          </a:xfrm>
          <a:prstGeom prst="line">
            <a:avLst/>
          </a:prstGeom>
          <a:ln w="42291">
            <a:solidFill>
              <a:srgbClr val="FFFE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5195697" y="3914811"/>
            <a:ext cx="0" cy="63436"/>
          </a:xfrm>
          <a:prstGeom prst="line">
            <a:avLst/>
          </a:prstGeom>
          <a:ln w="42291">
            <a:solidFill>
              <a:srgbClr val="FFFE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5307768" y="4248910"/>
            <a:ext cx="46520" cy="46520"/>
          </a:xfrm>
          <a:prstGeom prst="line">
            <a:avLst/>
          </a:prstGeom>
          <a:ln w="42291">
            <a:solidFill>
              <a:srgbClr val="FFFE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>
            <a:off x="5037106" y="4248910"/>
            <a:ext cx="46520" cy="46520"/>
          </a:xfrm>
          <a:prstGeom prst="line">
            <a:avLst/>
          </a:prstGeom>
          <a:ln w="42291">
            <a:solidFill>
              <a:srgbClr val="FFFE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H="1" flipV="1">
            <a:off x="5037106" y="3978247"/>
            <a:ext cx="46520" cy="46520"/>
          </a:xfrm>
          <a:prstGeom prst="line">
            <a:avLst/>
          </a:prstGeom>
          <a:ln w="42291">
            <a:solidFill>
              <a:srgbClr val="FFFE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5307768" y="3978247"/>
            <a:ext cx="46520" cy="46520"/>
          </a:xfrm>
          <a:prstGeom prst="line">
            <a:avLst/>
          </a:prstGeom>
          <a:ln w="42291">
            <a:solidFill>
              <a:srgbClr val="FFFE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4377842" y="5178299"/>
            <a:ext cx="163570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FFEE5"/>
                </a:solidFill>
                <a:latin typeface="Space Mono"/>
              </a:rPr>
              <a:t>ZAHNRAD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78143" y="3520439"/>
            <a:ext cx="1635709" cy="1553923"/>
          </a:xfrm>
          <a:prstGeom prst="rect">
            <a:avLst/>
          </a:prstGeom>
          <a:noFill/>
          <a:ln w="25400">
            <a:solidFill>
              <a:srgbClr val="FFF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Freeform 54"/>
          <p:cNvSpPr/>
          <p:nvPr/>
        </p:nvSpPr>
        <p:spPr>
          <a:xfrm>
            <a:off x="6763398" y="4009966"/>
            <a:ext cx="465201" cy="296037"/>
          </a:xfrm>
          <a:custGeom>
            <a:avLst/>
            <a:gdLst/>
            <a:ahLst/>
            <a:cxnLst/>
            <a:rect l="l" t="t" r="r" b="b"/>
            <a:pathLst>
              <a:path w="465201" h="296037">
                <a:moveTo>
                  <a:pt x="0" y="0"/>
                </a:moveTo>
                <a:lnTo>
                  <a:pt x="169164" y="0"/>
                </a:lnTo>
                <a:lnTo>
                  <a:pt x="222027" y="63436"/>
                </a:lnTo>
                <a:lnTo>
                  <a:pt x="465201" y="63436"/>
                </a:lnTo>
                <a:lnTo>
                  <a:pt x="465201" y="296037"/>
                </a:lnTo>
                <a:lnTo>
                  <a:pt x="0" y="296037"/>
                </a:lnTo>
                <a:close/>
              </a:path>
            </a:pathLst>
          </a:custGeom>
          <a:noFill/>
          <a:ln w="42291">
            <a:solidFill>
              <a:srgbClr val="FFF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178143" y="5178299"/>
            <a:ext cx="163570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FFEE5"/>
                </a:solidFill>
                <a:latin typeface="Space Mono"/>
              </a:rPr>
              <a:t>ORDNER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978444" y="3520439"/>
            <a:ext cx="1635709" cy="1553923"/>
          </a:xfrm>
          <a:prstGeom prst="rect">
            <a:avLst/>
          </a:prstGeom>
          <a:noFill/>
          <a:ln w="25400">
            <a:solidFill>
              <a:srgbClr val="FFF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8648281" y="3925384"/>
            <a:ext cx="296037" cy="296037"/>
          </a:xfrm>
          <a:prstGeom prst="ellipse">
            <a:avLst/>
          </a:prstGeom>
          <a:solidFill>
            <a:srgbClr val="00FF9C"/>
          </a:solidFill>
          <a:ln w="42291">
            <a:solidFill>
              <a:srgbClr val="FFF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Connector 58"/>
          <p:cNvCxnSpPr/>
          <p:nvPr/>
        </p:nvCxnSpPr>
        <p:spPr>
          <a:xfrm>
            <a:off x="8711717" y="4263712"/>
            <a:ext cx="169164" cy="0"/>
          </a:xfrm>
          <a:prstGeom prst="line">
            <a:avLst/>
          </a:prstGeom>
          <a:ln w="42291">
            <a:solidFill>
              <a:srgbClr val="FFFE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8732863" y="4327148"/>
            <a:ext cx="126873" cy="0"/>
          </a:xfrm>
          <a:prstGeom prst="line">
            <a:avLst/>
          </a:prstGeom>
          <a:ln w="42291">
            <a:solidFill>
              <a:srgbClr val="FFFE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7978444" y="5178299"/>
            <a:ext cx="163570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FFEE5"/>
                </a:solidFill>
                <a:latin typeface="Space Mono"/>
              </a:rPr>
              <a:t>GLÜHBIRNE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778746" y="3520439"/>
            <a:ext cx="1635709" cy="1553923"/>
          </a:xfrm>
          <a:prstGeom prst="rect">
            <a:avLst/>
          </a:prstGeom>
          <a:noFill/>
          <a:ln w="25400">
            <a:solidFill>
              <a:srgbClr val="FFF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Freeform 62"/>
          <p:cNvSpPr/>
          <p:nvPr/>
        </p:nvSpPr>
        <p:spPr>
          <a:xfrm>
            <a:off x="10385146" y="3988820"/>
            <a:ext cx="126873" cy="296037"/>
          </a:xfrm>
          <a:custGeom>
            <a:avLst/>
            <a:gdLst/>
            <a:ahLst/>
            <a:cxnLst/>
            <a:rect l="l" t="t" r="r" b="b"/>
            <a:pathLst>
              <a:path w="126873" h="296037">
                <a:moveTo>
                  <a:pt x="126873" y="0"/>
                </a:moveTo>
                <a:lnTo>
                  <a:pt x="0" y="148019"/>
                </a:lnTo>
                <a:lnTo>
                  <a:pt x="126873" y="296037"/>
                </a:lnTo>
              </a:path>
            </a:pathLst>
          </a:custGeom>
          <a:noFill/>
          <a:ln w="42291">
            <a:solidFill>
              <a:srgbClr val="FFF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10681183" y="3988820"/>
            <a:ext cx="126873" cy="296037"/>
          </a:xfrm>
          <a:custGeom>
            <a:avLst/>
            <a:gdLst/>
            <a:ahLst/>
            <a:cxnLst/>
            <a:rect l="l" t="t" r="r" b="b"/>
            <a:pathLst>
              <a:path w="126873" h="296037">
                <a:moveTo>
                  <a:pt x="0" y="0"/>
                </a:moveTo>
                <a:lnTo>
                  <a:pt x="126873" y="148019"/>
                </a:lnTo>
                <a:lnTo>
                  <a:pt x="0" y="296037"/>
                </a:lnTo>
              </a:path>
            </a:pathLst>
          </a:custGeom>
          <a:noFill/>
          <a:ln w="42291">
            <a:solidFill>
              <a:srgbClr val="FFF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" name="Connector 64"/>
          <p:cNvCxnSpPr/>
          <p:nvPr/>
        </p:nvCxnSpPr>
        <p:spPr>
          <a:xfrm flipH="1">
            <a:off x="10554310" y="3946529"/>
            <a:ext cx="84582" cy="380619"/>
          </a:xfrm>
          <a:prstGeom prst="line">
            <a:avLst/>
          </a:prstGeom>
          <a:ln w="42291">
            <a:solidFill>
              <a:srgbClr val="FFFE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9778746" y="5178299"/>
            <a:ext cx="163570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FFEE5"/>
                </a:solidFill>
                <a:latin typeface="Space Mono"/>
              </a:rPr>
              <a:t>CODE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77240" y="6199632"/>
            <a:ext cx="10637215" cy="12700"/>
          </a:xfrm>
          <a:prstGeom prst="rect">
            <a:avLst/>
          </a:prstGeom>
          <a:solidFill>
            <a:srgbClr val="FFF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77240" y="632764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EE5"/>
                </a:solidFill>
                <a:latin typeface="Zilla Slab"/>
              </a:rPr>
              <a:t>nozilla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55555"/>
                </a:solidFill>
                <a:latin typeface="Space Mono"/>
              </a:rPr>
              <a:t>DIALEKT B · PIXEL-ART &amp; WORTMARKE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42455" y="38404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555555"/>
                </a:solidFill>
                <a:latin typeface="Space Mono"/>
              </a:rPr>
              <a:t>// GUTE DIGITALE DIENSTE.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713232"/>
            <a:ext cx="10637215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932688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0000"/>
                </a:solidFill>
                <a:latin typeface="Zilla Slab"/>
              </a:rPr>
              <a:t>Pixel-Art.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600200"/>
            <a:ext cx="1920240" cy="1828800"/>
          </a:xfrm>
          <a:prstGeom prst="rect">
            <a:avLst/>
          </a:prstGeom>
          <a:noFill/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023110" y="2005965"/>
            <a:ext cx="74295" cy="74295"/>
          </a:xfrm>
          <a:prstGeom prst="rect">
            <a:avLst/>
          </a:prstGeom>
          <a:solidFill>
            <a:srgbClr val="00F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097405" y="2005965"/>
            <a:ext cx="74295" cy="74295"/>
          </a:xfrm>
          <a:prstGeom prst="rect">
            <a:avLst/>
          </a:prstGeom>
          <a:solidFill>
            <a:srgbClr val="00F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948815" y="2080260"/>
            <a:ext cx="74295" cy="74295"/>
          </a:xfrm>
          <a:prstGeom prst="rect">
            <a:avLst/>
          </a:prstGeom>
          <a:solidFill>
            <a:srgbClr val="00F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23110" y="2080260"/>
            <a:ext cx="74295" cy="74295"/>
          </a:xfrm>
          <a:prstGeom prst="rect">
            <a:avLst/>
          </a:prstGeom>
          <a:solidFill>
            <a:srgbClr val="00F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097405" y="2080260"/>
            <a:ext cx="74295" cy="74295"/>
          </a:xfrm>
          <a:prstGeom prst="rect">
            <a:avLst/>
          </a:prstGeom>
          <a:solidFill>
            <a:srgbClr val="00F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874520" y="2154555"/>
            <a:ext cx="74295" cy="74295"/>
          </a:xfrm>
          <a:prstGeom prst="rect">
            <a:avLst/>
          </a:prstGeom>
          <a:solidFill>
            <a:srgbClr val="00F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948815" y="2154555"/>
            <a:ext cx="74295" cy="74295"/>
          </a:xfrm>
          <a:prstGeom prst="rect">
            <a:avLst/>
          </a:prstGeom>
          <a:solidFill>
            <a:srgbClr val="00F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023110" y="2154555"/>
            <a:ext cx="74295" cy="74295"/>
          </a:xfrm>
          <a:prstGeom prst="rect">
            <a:avLst/>
          </a:prstGeom>
          <a:solidFill>
            <a:srgbClr val="00F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800225" y="2228850"/>
            <a:ext cx="74295" cy="74295"/>
          </a:xfrm>
          <a:prstGeom prst="rect">
            <a:avLst/>
          </a:prstGeom>
          <a:solidFill>
            <a:srgbClr val="00F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874520" y="2228850"/>
            <a:ext cx="74295" cy="74295"/>
          </a:xfrm>
          <a:prstGeom prst="rect">
            <a:avLst/>
          </a:prstGeom>
          <a:solidFill>
            <a:srgbClr val="00F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948815" y="2228850"/>
            <a:ext cx="74295" cy="74295"/>
          </a:xfrm>
          <a:prstGeom prst="rect">
            <a:avLst/>
          </a:prstGeom>
          <a:solidFill>
            <a:srgbClr val="00F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725930" y="2303145"/>
            <a:ext cx="74295" cy="74295"/>
          </a:xfrm>
          <a:prstGeom prst="rect">
            <a:avLst/>
          </a:prstGeom>
          <a:solidFill>
            <a:srgbClr val="00F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800225" y="2303145"/>
            <a:ext cx="74295" cy="74295"/>
          </a:xfrm>
          <a:prstGeom prst="rect">
            <a:avLst/>
          </a:prstGeom>
          <a:solidFill>
            <a:srgbClr val="00F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874520" y="2303145"/>
            <a:ext cx="74295" cy="74295"/>
          </a:xfrm>
          <a:prstGeom prst="rect">
            <a:avLst/>
          </a:prstGeom>
          <a:solidFill>
            <a:srgbClr val="00F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651635" y="2377440"/>
            <a:ext cx="74295" cy="74295"/>
          </a:xfrm>
          <a:prstGeom prst="rect">
            <a:avLst/>
          </a:prstGeom>
          <a:solidFill>
            <a:srgbClr val="00F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725930" y="2377440"/>
            <a:ext cx="74295" cy="74295"/>
          </a:xfrm>
          <a:prstGeom prst="rect">
            <a:avLst/>
          </a:prstGeom>
          <a:solidFill>
            <a:srgbClr val="00F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800225" y="2377440"/>
            <a:ext cx="74295" cy="74295"/>
          </a:xfrm>
          <a:prstGeom prst="rect">
            <a:avLst/>
          </a:prstGeom>
          <a:solidFill>
            <a:srgbClr val="00F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577340" y="2451735"/>
            <a:ext cx="74295" cy="74295"/>
          </a:xfrm>
          <a:prstGeom prst="rect">
            <a:avLst/>
          </a:prstGeom>
          <a:solidFill>
            <a:srgbClr val="00F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651635" y="2451735"/>
            <a:ext cx="74295" cy="74295"/>
          </a:xfrm>
          <a:prstGeom prst="rect">
            <a:avLst/>
          </a:prstGeom>
          <a:solidFill>
            <a:srgbClr val="00F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725930" y="2451735"/>
            <a:ext cx="74295" cy="74295"/>
          </a:xfrm>
          <a:prstGeom prst="rect">
            <a:avLst/>
          </a:prstGeom>
          <a:solidFill>
            <a:srgbClr val="00F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503045" y="2526030"/>
            <a:ext cx="74295" cy="74295"/>
          </a:xfrm>
          <a:prstGeom prst="rect">
            <a:avLst/>
          </a:prstGeom>
          <a:solidFill>
            <a:srgbClr val="00F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77340" y="2526030"/>
            <a:ext cx="74295" cy="74295"/>
          </a:xfrm>
          <a:prstGeom prst="rect">
            <a:avLst/>
          </a:prstGeom>
          <a:solidFill>
            <a:srgbClr val="00F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651635" y="2526030"/>
            <a:ext cx="74295" cy="74295"/>
          </a:xfrm>
          <a:prstGeom prst="rect">
            <a:avLst/>
          </a:prstGeom>
          <a:solidFill>
            <a:srgbClr val="00F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503045" y="2600325"/>
            <a:ext cx="74295" cy="74295"/>
          </a:xfrm>
          <a:prstGeom prst="rect">
            <a:avLst/>
          </a:prstGeom>
          <a:solidFill>
            <a:srgbClr val="00F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577340" y="2600325"/>
            <a:ext cx="74295" cy="74295"/>
          </a:xfrm>
          <a:prstGeom prst="rect">
            <a:avLst/>
          </a:prstGeom>
          <a:solidFill>
            <a:srgbClr val="00F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023110" y="2080260"/>
            <a:ext cx="74295" cy="74295"/>
          </a:xfrm>
          <a:prstGeom prst="rect">
            <a:avLst/>
          </a:prstGeom>
          <a:solidFill>
            <a:srgbClr val="00C0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874520" y="2228850"/>
            <a:ext cx="74295" cy="74295"/>
          </a:xfrm>
          <a:prstGeom prst="rect">
            <a:avLst/>
          </a:prstGeom>
          <a:solidFill>
            <a:srgbClr val="00C0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725930" y="2377440"/>
            <a:ext cx="74295" cy="74295"/>
          </a:xfrm>
          <a:prstGeom prst="rect">
            <a:avLst/>
          </a:prstGeom>
          <a:solidFill>
            <a:srgbClr val="00C0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577340" y="2526030"/>
            <a:ext cx="74295" cy="74295"/>
          </a:xfrm>
          <a:prstGeom prst="rect">
            <a:avLst/>
          </a:prstGeom>
          <a:solidFill>
            <a:srgbClr val="00C0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097405" y="2005965"/>
            <a:ext cx="74295" cy="74295"/>
          </a:xfrm>
          <a:prstGeom prst="rect">
            <a:avLst/>
          </a:prstGeom>
          <a:solidFill>
            <a:srgbClr val="B7F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948815" y="2154555"/>
            <a:ext cx="74295" cy="74295"/>
          </a:xfrm>
          <a:prstGeom prst="rect">
            <a:avLst/>
          </a:prstGeom>
          <a:solidFill>
            <a:srgbClr val="B7F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503045" y="2600325"/>
            <a:ext cx="74295" cy="7429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7240" y="310896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555555"/>
                </a:solidFill>
                <a:latin typeface="Space Mono"/>
              </a:rPr>
              <a:t>PIXEL-GURKE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971800" y="1600200"/>
            <a:ext cx="1920240" cy="1828800"/>
          </a:xfrm>
          <a:prstGeom prst="rect">
            <a:avLst/>
          </a:prstGeom>
          <a:noFill/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679031" y="1931670"/>
            <a:ext cx="111442" cy="111442"/>
          </a:xfrm>
          <a:prstGeom prst="rect">
            <a:avLst/>
          </a:prstGeom>
          <a:solidFill>
            <a:srgbClr val="00F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790474" y="1931670"/>
            <a:ext cx="111442" cy="111442"/>
          </a:xfrm>
          <a:prstGeom prst="rect">
            <a:avLst/>
          </a:prstGeom>
          <a:solidFill>
            <a:srgbClr val="00F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236244" y="1931670"/>
            <a:ext cx="111442" cy="111442"/>
          </a:xfrm>
          <a:prstGeom prst="rect">
            <a:avLst/>
          </a:prstGeom>
          <a:solidFill>
            <a:srgbClr val="00F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347686" y="1931670"/>
            <a:ext cx="111442" cy="111442"/>
          </a:xfrm>
          <a:prstGeom prst="rect">
            <a:avLst/>
          </a:prstGeom>
          <a:solidFill>
            <a:srgbClr val="00F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567589" y="2043112"/>
            <a:ext cx="111442" cy="111442"/>
          </a:xfrm>
          <a:prstGeom prst="rect">
            <a:avLst/>
          </a:prstGeom>
          <a:solidFill>
            <a:srgbClr val="00F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679031" y="2043112"/>
            <a:ext cx="111442" cy="111442"/>
          </a:xfrm>
          <a:prstGeom prst="rect">
            <a:avLst/>
          </a:prstGeom>
          <a:solidFill>
            <a:srgbClr val="00F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790474" y="2043112"/>
            <a:ext cx="111442" cy="111442"/>
          </a:xfrm>
          <a:prstGeom prst="rect">
            <a:avLst/>
          </a:prstGeom>
          <a:solidFill>
            <a:srgbClr val="00F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901916" y="2043112"/>
            <a:ext cx="111442" cy="111442"/>
          </a:xfrm>
          <a:prstGeom prst="rect">
            <a:avLst/>
          </a:prstGeom>
          <a:solidFill>
            <a:srgbClr val="00F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124801" y="2043112"/>
            <a:ext cx="111442" cy="111442"/>
          </a:xfrm>
          <a:prstGeom prst="rect">
            <a:avLst/>
          </a:prstGeom>
          <a:solidFill>
            <a:srgbClr val="00F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236244" y="2043112"/>
            <a:ext cx="111442" cy="111442"/>
          </a:xfrm>
          <a:prstGeom prst="rect">
            <a:avLst/>
          </a:prstGeom>
          <a:solidFill>
            <a:srgbClr val="00F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347686" y="2043112"/>
            <a:ext cx="111442" cy="111442"/>
          </a:xfrm>
          <a:prstGeom prst="rect">
            <a:avLst/>
          </a:prstGeom>
          <a:solidFill>
            <a:srgbClr val="00F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459129" y="2043112"/>
            <a:ext cx="111442" cy="111442"/>
          </a:xfrm>
          <a:prstGeom prst="rect">
            <a:avLst/>
          </a:prstGeom>
          <a:solidFill>
            <a:srgbClr val="00F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567589" y="2154555"/>
            <a:ext cx="111442" cy="111442"/>
          </a:xfrm>
          <a:prstGeom prst="rect">
            <a:avLst/>
          </a:prstGeom>
          <a:solidFill>
            <a:srgbClr val="00F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679031" y="2154555"/>
            <a:ext cx="111442" cy="111442"/>
          </a:xfrm>
          <a:prstGeom prst="rect">
            <a:avLst/>
          </a:prstGeom>
          <a:solidFill>
            <a:srgbClr val="00F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790474" y="2154555"/>
            <a:ext cx="111442" cy="111442"/>
          </a:xfrm>
          <a:prstGeom prst="rect">
            <a:avLst/>
          </a:prstGeom>
          <a:solidFill>
            <a:srgbClr val="00F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901916" y="2154555"/>
            <a:ext cx="111442" cy="111442"/>
          </a:xfrm>
          <a:prstGeom prst="rect">
            <a:avLst/>
          </a:prstGeom>
          <a:solidFill>
            <a:srgbClr val="00F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013359" y="2154555"/>
            <a:ext cx="111442" cy="111442"/>
          </a:xfrm>
          <a:prstGeom prst="rect">
            <a:avLst/>
          </a:prstGeom>
          <a:solidFill>
            <a:srgbClr val="00F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124801" y="2154555"/>
            <a:ext cx="111442" cy="111442"/>
          </a:xfrm>
          <a:prstGeom prst="rect">
            <a:avLst/>
          </a:prstGeom>
          <a:solidFill>
            <a:srgbClr val="00F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236244" y="2154555"/>
            <a:ext cx="111442" cy="111442"/>
          </a:xfrm>
          <a:prstGeom prst="rect">
            <a:avLst/>
          </a:prstGeom>
          <a:solidFill>
            <a:srgbClr val="00F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347686" y="2154555"/>
            <a:ext cx="111442" cy="111442"/>
          </a:xfrm>
          <a:prstGeom prst="rect">
            <a:avLst/>
          </a:prstGeom>
          <a:solidFill>
            <a:srgbClr val="00F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459129" y="2154555"/>
            <a:ext cx="111442" cy="111442"/>
          </a:xfrm>
          <a:prstGeom prst="rect">
            <a:avLst/>
          </a:prstGeom>
          <a:solidFill>
            <a:srgbClr val="00F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3567589" y="2265998"/>
            <a:ext cx="111442" cy="111442"/>
          </a:xfrm>
          <a:prstGeom prst="rect">
            <a:avLst/>
          </a:prstGeom>
          <a:solidFill>
            <a:srgbClr val="00F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3679031" y="2265998"/>
            <a:ext cx="111442" cy="111442"/>
          </a:xfrm>
          <a:prstGeom prst="rect">
            <a:avLst/>
          </a:prstGeom>
          <a:solidFill>
            <a:srgbClr val="00F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3790474" y="2265998"/>
            <a:ext cx="111442" cy="111442"/>
          </a:xfrm>
          <a:prstGeom prst="rect">
            <a:avLst/>
          </a:prstGeom>
          <a:solidFill>
            <a:srgbClr val="00F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3901916" y="2265998"/>
            <a:ext cx="111442" cy="111442"/>
          </a:xfrm>
          <a:prstGeom prst="rect">
            <a:avLst/>
          </a:prstGeom>
          <a:solidFill>
            <a:srgbClr val="00F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013359" y="2265998"/>
            <a:ext cx="111442" cy="111442"/>
          </a:xfrm>
          <a:prstGeom prst="rect">
            <a:avLst/>
          </a:prstGeom>
          <a:solidFill>
            <a:srgbClr val="00F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4124801" y="2265998"/>
            <a:ext cx="111442" cy="111442"/>
          </a:xfrm>
          <a:prstGeom prst="rect">
            <a:avLst/>
          </a:prstGeom>
          <a:solidFill>
            <a:srgbClr val="00F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236244" y="2265998"/>
            <a:ext cx="111442" cy="111442"/>
          </a:xfrm>
          <a:prstGeom prst="rect">
            <a:avLst/>
          </a:prstGeom>
          <a:solidFill>
            <a:srgbClr val="00F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347686" y="2265998"/>
            <a:ext cx="111442" cy="111442"/>
          </a:xfrm>
          <a:prstGeom prst="rect">
            <a:avLst/>
          </a:prstGeom>
          <a:solidFill>
            <a:srgbClr val="00F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4459129" y="2265998"/>
            <a:ext cx="111442" cy="111442"/>
          </a:xfrm>
          <a:prstGeom prst="rect">
            <a:avLst/>
          </a:prstGeom>
          <a:solidFill>
            <a:srgbClr val="00F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3679031" y="2377440"/>
            <a:ext cx="111442" cy="111442"/>
          </a:xfrm>
          <a:prstGeom prst="rect">
            <a:avLst/>
          </a:prstGeom>
          <a:solidFill>
            <a:srgbClr val="00F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3790474" y="2377440"/>
            <a:ext cx="111442" cy="111442"/>
          </a:xfrm>
          <a:prstGeom prst="rect">
            <a:avLst/>
          </a:prstGeom>
          <a:solidFill>
            <a:srgbClr val="00F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3901916" y="2377440"/>
            <a:ext cx="111442" cy="111442"/>
          </a:xfrm>
          <a:prstGeom prst="rect">
            <a:avLst/>
          </a:prstGeom>
          <a:solidFill>
            <a:srgbClr val="00F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4013359" y="2377440"/>
            <a:ext cx="111442" cy="111442"/>
          </a:xfrm>
          <a:prstGeom prst="rect">
            <a:avLst/>
          </a:prstGeom>
          <a:solidFill>
            <a:srgbClr val="00F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4124801" y="2377440"/>
            <a:ext cx="111442" cy="111442"/>
          </a:xfrm>
          <a:prstGeom prst="rect">
            <a:avLst/>
          </a:prstGeom>
          <a:solidFill>
            <a:srgbClr val="00F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4236244" y="2377440"/>
            <a:ext cx="111442" cy="111442"/>
          </a:xfrm>
          <a:prstGeom prst="rect">
            <a:avLst/>
          </a:prstGeom>
          <a:solidFill>
            <a:srgbClr val="00F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4347686" y="2377440"/>
            <a:ext cx="111442" cy="111442"/>
          </a:xfrm>
          <a:prstGeom prst="rect">
            <a:avLst/>
          </a:prstGeom>
          <a:solidFill>
            <a:srgbClr val="00F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3790474" y="2488882"/>
            <a:ext cx="111442" cy="111442"/>
          </a:xfrm>
          <a:prstGeom prst="rect">
            <a:avLst/>
          </a:prstGeom>
          <a:solidFill>
            <a:srgbClr val="00F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3901916" y="2488882"/>
            <a:ext cx="111442" cy="111442"/>
          </a:xfrm>
          <a:prstGeom prst="rect">
            <a:avLst/>
          </a:prstGeom>
          <a:solidFill>
            <a:srgbClr val="00F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4013359" y="2488882"/>
            <a:ext cx="111442" cy="111442"/>
          </a:xfrm>
          <a:prstGeom prst="rect">
            <a:avLst/>
          </a:prstGeom>
          <a:solidFill>
            <a:srgbClr val="00F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4124801" y="2488882"/>
            <a:ext cx="111442" cy="111442"/>
          </a:xfrm>
          <a:prstGeom prst="rect">
            <a:avLst/>
          </a:prstGeom>
          <a:solidFill>
            <a:srgbClr val="00F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4236244" y="2488882"/>
            <a:ext cx="111442" cy="111442"/>
          </a:xfrm>
          <a:prstGeom prst="rect">
            <a:avLst/>
          </a:prstGeom>
          <a:solidFill>
            <a:srgbClr val="00F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3901916" y="2600325"/>
            <a:ext cx="111442" cy="111442"/>
          </a:xfrm>
          <a:prstGeom prst="rect">
            <a:avLst/>
          </a:prstGeom>
          <a:solidFill>
            <a:srgbClr val="00F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4013359" y="2600325"/>
            <a:ext cx="111442" cy="111442"/>
          </a:xfrm>
          <a:prstGeom prst="rect">
            <a:avLst/>
          </a:prstGeom>
          <a:solidFill>
            <a:srgbClr val="00F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4124801" y="2600325"/>
            <a:ext cx="111442" cy="111442"/>
          </a:xfrm>
          <a:prstGeom prst="rect">
            <a:avLst/>
          </a:prstGeom>
          <a:solidFill>
            <a:srgbClr val="00F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4013359" y="2711768"/>
            <a:ext cx="111442" cy="111442"/>
          </a:xfrm>
          <a:prstGeom prst="rect">
            <a:avLst/>
          </a:prstGeom>
          <a:solidFill>
            <a:srgbClr val="00F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2971800" y="310896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555555"/>
                </a:solidFill>
                <a:latin typeface="Space Mono"/>
              </a:rPr>
              <a:t>PIXEL-HERZ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532120" y="1783080"/>
            <a:ext cx="4572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600" b="0">
                <a:solidFill>
                  <a:srgbClr val="555555"/>
                </a:solidFill>
                <a:latin typeface="Inter"/>
              </a:rPr>
              <a:t>8-Bit-Reminiszenzen — sparsam,</a:t>
            </a:r>
          </a:p>
          <a:p>
            <a:pPr algn="l">
              <a:lnSpc>
                <a:spcPct val="145000"/>
              </a:lnSpc>
            </a:pPr>
            <a:r>
              <a:rPr sz="1600" b="0">
                <a:solidFill>
                  <a:srgbClr val="555555"/>
                </a:solidFill>
                <a:latin typeface="Inter"/>
              </a:rPr>
              <a:t>als retro-digitale Interpunktion.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77240" y="379476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0000"/>
                </a:solidFill>
                <a:latin typeface="Zilla Slab"/>
              </a:rPr>
              <a:t>Wortmarke.</a:t>
            </a:r>
          </a:p>
        </p:txBody>
      </p:sp>
      <p:sp>
        <p:nvSpPr>
          <p:cNvPr id="91" name="Rectangle 90"/>
          <p:cNvSpPr/>
          <p:nvPr/>
        </p:nvSpPr>
        <p:spPr>
          <a:xfrm>
            <a:off x="777240" y="4434840"/>
            <a:ext cx="3108960" cy="1234440"/>
          </a:xfrm>
          <a:prstGeom prst="rect">
            <a:avLst/>
          </a:prstGeom>
          <a:solidFill>
            <a:srgbClr val="FFFEE5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188720" y="4754880"/>
            <a:ext cx="228600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8500">
                <a:solidFill>
                  <a:srgbClr val="000000"/>
                </a:solidFill>
                <a:latin typeface="Zilla Slab"/>
              </a:rPr>
              <a:t>nozilla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160520" y="4434840"/>
            <a:ext cx="3108960" cy="1234440"/>
          </a:xfrm>
          <a:prstGeom prst="rect">
            <a:avLst/>
          </a:prstGeom>
          <a:solidFill>
            <a:srgbClr val="00FF9C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4572000" y="4754880"/>
            <a:ext cx="228600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8500">
                <a:solidFill>
                  <a:srgbClr val="000000"/>
                </a:solidFill>
                <a:latin typeface="Zilla Slab"/>
              </a:rPr>
              <a:t>nozilla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543800" y="4434840"/>
            <a:ext cx="3108960" cy="1234440"/>
          </a:xfrm>
          <a:prstGeom prst="rect">
            <a:avLst/>
          </a:prstGeom>
          <a:solidFill>
            <a:srgbClr val="000000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955279" y="4754880"/>
            <a:ext cx="228600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8500">
                <a:solidFill>
                  <a:srgbClr val="FFFEE5"/>
                </a:solidFill>
                <a:latin typeface="Zilla Slab"/>
              </a:rPr>
              <a:t>nozilla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77240" y="58064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55555"/>
                </a:solidFill>
                <a:latin typeface="Space Mono"/>
              </a:rPr>
              <a:t>PAPIER · SIGNAL-GRÜN · TINTE-SCHWARZ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77240" y="6199632"/>
            <a:ext cx="10637215" cy="1270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77240" y="632764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555555"/>
                </a:solidFill>
                <a:latin typeface="Zilla Slab"/>
              </a:rPr>
              <a:t>nozilla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9585655" y="632764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555555"/>
                </a:solidFill>
                <a:latin typeface="Space Mono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55555"/>
                </a:solidFill>
                <a:latin typeface="Space Mono"/>
              </a:rPr>
              <a:t>VERWENDUNG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42455" y="38404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555555"/>
                </a:solidFill>
                <a:latin typeface="Space Mono"/>
              </a:rPr>
              <a:t>// GUTE DIGITALE DIENSTE.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713232"/>
            <a:ext cx="10637215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05156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000000"/>
                </a:solidFill>
                <a:latin typeface="Zilla Slab"/>
              </a:rPr>
              <a:t>So verwendest du die Icons.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157984"/>
            <a:ext cx="256032" cy="45720"/>
          </a:xfrm>
          <a:prstGeom prst="rect">
            <a:avLst/>
          </a:prstGeom>
          <a:solidFill>
            <a:srgbClr val="00F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1031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00000"/>
                </a:solidFill>
                <a:latin typeface="Zilla Slab"/>
              </a:rPr>
              <a:t>Kopieren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139696"/>
            <a:ext cx="7132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555555"/>
                </a:solidFill>
                <a:latin typeface="Inter"/>
              </a:rPr>
              <a:t>Icon anklicken, Strg/Cmd + C — und in deine Folie einfügen.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026664"/>
            <a:ext cx="256032" cy="45720"/>
          </a:xfrm>
          <a:prstGeom prst="rect">
            <a:avLst/>
          </a:prstGeom>
          <a:solidFill>
            <a:srgbClr val="00F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29718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00000"/>
                </a:solidFill>
                <a:latin typeface="Zilla Slab"/>
              </a:rPr>
              <a:t>Skalieren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0520" y="3008376"/>
            <a:ext cx="7132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555555"/>
                </a:solidFill>
                <a:latin typeface="Inter"/>
              </a:rPr>
              <a:t>Immer proportional. Zielgröße 48–160 px, nie verzerren.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895344"/>
            <a:ext cx="256032" cy="45720"/>
          </a:xfrm>
          <a:prstGeom prst="rect">
            <a:avLst/>
          </a:prstGeom>
          <a:solidFill>
            <a:srgbClr val="00F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38404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00000"/>
                </a:solidFill>
                <a:latin typeface="Zilla Slab"/>
              </a:rPr>
              <a:t>Farbe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60520" y="3877056"/>
            <a:ext cx="7132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555555"/>
                </a:solidFill>
                <a:latin typeface="Inter"/>
              </a:rPr>
              <a:t>Tinte-Schwarz auf hell, Papier auf dunkel. Grün-Fill nur als Akzent.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764024"/>
            <a:ext cx="256032" cy="45720"/>
          </a:xfrm>
          <a:prstGeom prst="rect">
            <a:avLst/>
          </a:prstGeom>
          <a:solidFill>
            <a:srgbClr val="00F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470916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00000"/>
                </a:solidFill>
                <a:latin typeface="Zilla Slab"/>
              </a:rPr>
              <a:t>Verboten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60520" y="4745736"/>
            <a:ext cx="7132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555555"/>
                </a:solidFill>
                <a:latin typeface="Inter"/>
              </a:rPr>
              <a:t>Keine Emoji, keine Icon-Fonts, keine fremden Icon-Sets.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6199632"/>
            <a:ext cx="10637215" cy="1270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632764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555555"/>
                </a:solidFill>
                <a:latin typeface="Zilla Slab"/>
              </a:rPr>
              <a:t>nozilla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85655" y="632764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555555"/>
                </a:solidFill>
                <a:latin typeface="Space Mono"/>
              </a:rP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