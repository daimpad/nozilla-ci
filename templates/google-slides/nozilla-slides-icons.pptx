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DESIGN SYSTEM · BIBLIOTHEK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00000"/>
                </a:solidFill>
                <a:latin typeface="Zilla Slab"/>
              </a:rPr>
              <a:t>Icon-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63240"/>
            <a:ext cx="4293402" cy="117754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129076"/>
            <a:ext cx="4293402" cy="1177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00000"/>
                </a:solidFill>
                <a:latin typeface="Zilla Slab"/>
              </a:rPr>
              <a:t>Bibliothek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8056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555555"/>
                </a:solidFill>
                <a:latin typeface="Zilla Slab"/>
              </a:rPr>
              <a:t>61 Icons · drei Dialekte · hell und dunkel.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555555"/>
                </a:solidFill>
                <a:latin typeface="Zilla Slab"/>
              </a:rPr>
              <a:t>Zum Kopieren und Einsetzen.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6692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9788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Heavy-Stroke 1/2.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30776" y="1802225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05667" y="1802225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30776" y="2077117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05667" y="2077117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GRID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3247377" y="1855089"/>
            <a:ext cx="274892" cy="422910"/>
          </a:xfrm>
          <a:custGeom>
            <a:avLst/>
            <a:gdLst/>
            <a:ahLst/>
            <a:cxnLst/>
            <a:rect l="l" t="t" r="r" b="b"/>
            <a:pathLst>
              <a:path w="274892" h="422910">
                <a:moveTo>
                  <a:pt x="0" y="0"/>
                </a:moveTo>
                <a:lnTo>
                  <a:pt x="0" y="359473"/>
                </a:lnTo>
                <a:lnTo>
                  <a:pt x="95155" y="274891"/>
                </a:lnTo>
                <a:lnTo>
                  <a:pt x="158592" y="422910"/>
                </a:lnTo>
                <a:lnTo>
                  <a:pt x="222028" y="391192"/>
                </a:lnTo>
                <a:lnTo>
                  <a:pt x="158592" y="253746"/>
                </a:lnTo>
                <a:lnTo>
                  <a:pt x="274892" y="253746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CURSOR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4963096" y="1833944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0"/>
                </a:moveTo>
                <a:lnTo>
                  <a:pt x="422910" y="0"/>
                </a:lnTo>
                <a:lnTo>
                  <a:pt x="422910" y="422910"/>
                </a:lnTo>
                <a:lnTo>
                  <a:pt x="84582" y="422910"/>
                </a:lnTo>
                <a:lnTo>
                  <a:pt x="84582" y="84582"/>
                </a:lnTo>
                <a:lnTo>
                  <a:pt x="338328" y="84582"/>
                </a:lnTo>
                <a:lnTo>
                  <a:pt x="338328" y="338328"/>
                </a:lnTo>
                <a:lnTo>
                  <a:pt x="169164" y="338328"/>
                </a:lnTo>
                <a:lnTo>
                  <a:pt x="169164" y="169164"/>
                </a:lnTo>
                <a:lnTo>
                  <a:pt x="253746" y="169164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LABYRINTH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21107" y="1855089"/>
            <a:ext cx="475774" cy="4017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721107" y="1971389"/>
            <a:ext cx="4757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6805689" y="2055971"/>
            <a:ext cx="63436" cy="105728"/>
          </a:xfrm>
          <a:custGeom>
            <a:avLst/>
            <a:gdLst/>
            <a:ahLst/>
            <a:cxnLst/>
            <a:rect l="l" t="t" r="r" b="b"/>
            <a:pathLst>
              <a:path w="63436" h="105728">
                <a:moveTo>
                  <a:pt x="0" y="0"/>
                </a:moveTo>
                <a:lnTo>
                  <a:pt x="63436" y="52864"/>
                </a:lnTo>
                <a:lnTo>
                  <a:pt x="0" y="105728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932562" y="2161699"/>
            <a:ext cx="1691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TERMINAL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563699" y="1855089"/>
            <a:ext cx="465201" cy="401765"/>
          </a:xfrm>
          <a:custGeom>
            <a:avLst/>
            <a:gdLst/>
            <a:ahLst/>
            <a:cxnLst/>
            <a:rect l="l" t="t" r="r" b="b"/>
            <a:pathLst>
              <a:path w="465201" h="401765">
                <a:moveTo>
                  <a:pt x="0" y="0"/>
                </a:moveTo>
                <a:lnTo>
                  <a:pt x="465201" y="0"/>
                </a:lnTo>
                <a:lnTo>
                  <a:pt x="465201" y="296037"/>
                </a:lnTo>
                <a:lnTo>
                  <a:pt x="169164" y="296037"/>
                </a:lnTo>
                <a:lnTo>
                  <a:pt x="63436" y="401765"/>
                </a:lnTo>
                <a:lnTo>
                  <a:pt x="63436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86343" y="1977733"/>
            <a:ext cx="50749" cy="50749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0925" y="1977733"/>
            <a:ext cx="50749" cy="50749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5507" y="1977733"/>
            <a:ext cx="50749" cy="50749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CHAT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0342855" y="1812798"/>
            <a:ext cx="507492" cy="507492"/>
          </a:xfrm>
          <a:custGeom>
            <a:avLst/>
            <a:gdLst/>
            <a:ahLst/>
            <a:cxnLst/>
            <a:rect l="l" t="t" r="r" b="b"/>
            <a:pathLst>
              <a:path w="507492" h="507492">
                <a:moveTo>
                  <a:pt x="253746" y="0"/>
                </a:moveTo>
                <a:lnTo>
                  <a:pt x="306609" y="200882"/>
                </a:lnTo>
                <a:lnTo>
                  <a:pt x="507492" y="253746"/>
                </a:lnTo>
                <a:lnTo>
                  <a:pt x="306609" y="306610"/>
                </a:lnTo>
                <a:lnTo>
                  <a:pt x="253746" y="507492"/>
                </a:lnTo>
                <a:lnTo>
                  <a:pt x="200882" y="306610"/>
                </a:lnTo>
                <a:lnTo>
                  <a:pt x="0" y="253746"/>
                </a:lnTo>
                <a:lnTo>
                  <a:pt x="200882" y="2008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SPARK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362494" y="3621024"/>
            <a:ext cx="4229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658531" y="3494151"/>
            <a:ext cx="148019" cy="253746"/>
          </a:xfrm>
          <a:custGeom>
            <a:avLst/>
            <a:gdLst/>
            <a:ahLst/>
            <a:cxnLst/>
            <a:rect l="l" t="t" r="r" b="b"/>
            <a:pathLst>
              <a:path w="148019" h="253746">
                <a:moveTo>
                  <a:pt x="0" y="0"/>
                </a:moveTo>
                <a:lnTo>
                  <a:pt x="148019" y="126873"/>
                </a:lnTo>
                <a:lnTo>
                  <a:pt x="0" y="253746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PFEIL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289668" y="3409569"/>
            <a:ext cx="211455" cy="211455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205086" y="3695033"/>
            <a:ext cx="380619" cy="137446"/>
          </a:xfrm>
          <a:custGeom>
            <a:avLst/>
            <a:gdLst/>
            <a:ahLst/>
            <a:cxnLst/>
            <a:rect l="l" t="t" r="r" b="b"/>
            <a:pathLst>
              <a:path w="380619" h="137446">
                <a:moveTo>
                  <a:pt x="0" y="137446"/>
                </a:moveTo>
                <a:lnTo>
                  <a:pt x="42291" y="42291"/>
                </a:lnTo>
                <a:lnTo>
                  <a:pt x="190310" y="0"/>
                </a:lnTo>
                <a:lnTo>
                  <a:pt x="338328" y="42291"/>
                </a:lnTo>
                <a:lnTo>
                  <a:pt x="380619" y="137446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PERSON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037106" y="3462433"/>
            <a:ext cx="317182" cy="317182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42833" y="3568160"/>
            <a:ext cx="105728" cy="105728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5354288" y="3621024"/>
            <a:ext cx="6343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195697" y="3779615"/>
            <a:ext cx="0" cy="634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4973669" y="3621024"/>
            <a:ext cx="6343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195697" y="3398996"/>
            <a:ext cx="0" cy="634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307768" y="3733095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5037106" y="3733095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 flipV="1">
            <a:off x="5037106" y="3462433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307768" y="3462433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ZAHNRAD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6763398" y="3494151"/>
            <a:ext cx="465201" cy="296037"/>
          </a:xfrm>
          <a:custGeom>
            <a:avLst/>
            <a:gdLst/>
            <a:ahLst/>
            <a:cxnLst/>
            <a:rect l="l" t="t" r="r" b="b"/>
            <a:pathLst>
              <a:path w="465201" h="296037">
                <a:moveTo>
                  <a:pt x="0" y="0"/>
                </a:moveTo>
                <a:lnTo>
                  <a:pt x="169164" y="0"/>
                </a:lnTo>
                <a:lnTo>
                  <a:pt x="222027" y="63437"/>
                </a:lnTo>
                <a:lnTo>
                  <a:pt x="465201" y="63437"/>
                </a:lnTo>
                <a:lnTo>
                  <a:pt x="465201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ORDNER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48281" y="3409569"/>
            <a:ext cx="296037" cy="296037"/>
          </a:xfrm>
          <a:prstGeom prst="ellipse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8711717" y="3747897"/>
            <a:ext cx="1691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732863" y="3811334"/>
            <a:ext cx="1268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GLÜHBIRNE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385146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126873" y="0"/>
                </a:moveTo>
                <a:lnTo>
                  <a:pt x="0" y="148018"/>
                </a:lnTo>
                <a:lnTo>
                  <a:pt x="126873" y="29603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681183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0" y="0"/>
                </a:moveTo>
                <a:lnTo>
                  <a:pt x="126873" y="148018"/>
                </a:lnTo>
                <a:lnTo>
                  <a:pt x="0" y="29603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10554310" y="3430715"/>
            <a:ext cx="84582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CODE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330776" y="4985194"/>
            <a:ext cx="465201" cy="380619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330776" y="5101495"/>
            <a:ext cx="46520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457649" y="4921758"/>
            <a:ext cx="0" cy="10572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669104" y="4921758"/>
            <a:ext cx="0" cy="10572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1415358" y="5164931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42231" y="5164931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69104" y="5164931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415358" y="527065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KALENDER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173368" y="4953476"/>
            <a:ext cx="444056" cy="444056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3395396" y="5038058"/>
            <a:ext cx="0" cy="137446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395396" y="5175504"/>
            <a:ext cx="11630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UHR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4963096" y="4942903"/>
            <a:ext cx="0" cy="42291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963096" y="5365813"/>
            <a:ext cx="4229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5026533" y="5175504"/>
            <a:ext cx="84582" cy="19031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53406" y="5090922"/>
            <a:ext cx="84582" cy="2748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280279" y="4985194"/>
            <a:ext cx="84582" cy="380619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DIAGRAMM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773970" y="4953476"/>
            <a:ext cx="444056" cy="444056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879698" y="5059204"/>
            <a:ext cx="232600" cy="232600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948421" y="512792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228599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ZIEL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595417" y="5143786"/>
            <a:ext cx="401764" cy="264319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8690572" y="4974622"/>
            <a:ext cx="211455" cy="169164"/>
          </a:xfrm>
          <a:custGeom>
            <a:avLst/>
            <a:gdLst/>
            <a:ahLst/>
            <a:cxnLst/>
            <a:rect l="l" t="t" r="r" b="b"/>
            <a:pathLst>
              <a:path w="211455" h="169164">
                <a:moveTo>
                  <a:pt x="0" y="169164"/>
                </a:moveTo>
                <a:lnTo>
                  <a:pt x="0" y="74009"/>
                </a:lnTo>
                <a:lnTo>
                  <a:pt x="105727" y="0"/>
                </a:lnTo>
                <a:lnTo>
                  <a:pt x="211455" y="74009"/>
                </a:lnTo>
                <a:lnTo>
                  <a:pt x="211455" y="169164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759295" y="5233654"/>
            <a:ext cx="74009" cy="74009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028900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SCHLOSS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53427" y="4964049"/>
            <a:ext cx="486346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353427" y="5154358"/>
            <a:ext cx="486346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416864" y="5016913"/>
            <a:ext cx="52864" cy="42291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416864" y="5207222"/>
            <a:ext cx="52864" cy="4229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10353427" y="5365813"/>
            <a:ext cx="48634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10829201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SERVER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Heavy-Stroke 2/2.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8222" y="1812798"/>
            <a:ext cx="253746" cy="507492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42231" y="1886807"/>
            <a:ext cx="10572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531658" y="2246281"/>
            <a:ext cx="1268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MOBIL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41650" y="1855089"/>
            <a:ext cx="507492" cy="327755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395396" y="2182844"/>
            <a:ext cx="0" cy="95155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289668" y="2277999"/>
            <a:ext cx="2114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MONITOR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94815" y="1865662"/>
            <a:ext cx="296037" cy="296037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248561" y="2119408"/>
            <a:ext cx="137445" cy="137446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SUCHE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42252" y="1897380"/>
            <a:ext cx="507492" cy="3383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6742252" y="1897380"/>
            <a:ext cx="507492" cy="211455"/>
          </a:xfrm>
          <a:custGeom>
            <a:avLst/>
            <a:gdLst/>
            <a:ahLst/>
            <a:cxnLst/>
            <a:rect l="l" t="t" r="r" b="b"/>
            <a:pathLst>
              <a:path w="507492" h="211455">
                <a:moveTo>
                  <a:pt x="0" y="0"/>
                </a:moveTo>
                <a:lnTo>
                  <a:pt x="253746" y="211455"/>
                </a:lnTo>
                <a:lnTo>
                  <a:pt x="507492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563699" y="1812798"/>
            <a:ext cx="465201" cy="444056"/>
          </a:xfrm>
          <a:custGeom>
            <a:avLst/>
            <a:gdLst/>
            <a:ahLst/>
            <a:cxnLst/>
            <a:rect l="l" t="t" r="r" b="b"/>
            <a:pathLst>
              <a:path w="465201" h="444056">
                <a:moveTo>
                  <a:pt x="232600" y="0"/>
                </a:moveTo>
                <a:lnTo>
                  <a:pt x="465201" y="444056"/>
                </a:lnTo>
                <a:lnTo>
                  <a:pt x="0" y="444056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8796299" y="1981962"/>
            <a:ext cx="0" cy="137446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8768810" y="2165928"/>
            <a:ext cx="54978" cy="5497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WARNUNG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10385146" y="1897380"/>
            <a:ext cx="422910" cy="338328"/>
          </a:xfrm>
          <a:custGeom>
            <a:avLst/>
            <a:gdLst/>
            <a:ahLst/>
            <a:cxnLst/>
            <a:rect l="l" t="t" r="r" b="b"/>
            <a:pathLst>
              <a:path w="422910" h="338328">
                <a:moveTo>
                  <a:pt x="0" y="190310"/>
                </a:moveTo>
                <a:lnTo>
                  <a:pt x="148018" y="338328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HAKEN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404785" y="3430715"/>
            <a:ext cx="380619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404785" y="3430715"/>
            <a:ext cx="380619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KREUZ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3395396" y="3409569"/>
            <a:ext cx="0" cy="42291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183941" y="3621024"/>
            <a:ext cx="4229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PLUS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963096" y="3515297"/>
            <a:ext cx="338328" cy="338328"/>
          </a:xfrm>
          <a:custGeom>
            <a:avLst/>
            <a:gdLst/>
            <a:ahLst/>
            <a:cxnLst/>
            <a:rect l="l" t="t" r="r" b="b"/>
            <a:pathLst>
              <a:path w="338328" h="338328">
                <a:moveTo>
                  <a:pt x="0" y="0"/>
                </a:moveTo>
                <a:lnTo>
                  <a:pt x="0" y="338328"/>
                </a:lnTo>
                <a:lnTo>
                  <a:pt x="338328" y="338328"/>
                </a:lnTo>
                <a:lnTo>
                  <a:pt x="338328" y="126873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5216842" y="3388424"/>
            <a:ext cx="211456" cy="211455"/>
          </a:xfrm>
          <a:custGeom>
            <a:avLst/>
            <a:gdLst/>
            <a:ahLst/>
            <a:cxnLst/>
            <a:rect l="l" t="t" r="r" b="b"/>
            <a:pathLst>
              <a:path w="211456" h="211455">
                <a:moveTo>
                  <a:pt x="0" y="0"/>
                </a:moveTo>
                <a:lnTo>
                  <a:pt x="211456" y="0"/>
                </a:lnTo>
                <a:lnTo>
                  <a:pt x="211456" y="211455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>
            <a:off x="5195697" y="3388424"/>
            <a:ext cx="232601" cy="23260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EXTERN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6890271" y="3367278"/>
            <a:ext cx="211455" cy="391192"/>
          </a:xfrm>
          <a:custGeom>
            <a:avLst/>
            <a:gdLst/>
            <a:ahLst/>
            <a:cxnLst/>
            <a:rect l="l" t="t" r="r" b="b"/>
            <a:pathLst>
              <a:path w="211455" h="391192">
                <a:moveTo>
                  <a:pt x="105727" y="0"/>
                </a:moveTo>
                <a:lnTo>
                  <a:pt x="211455" y="200882"/>
                </a:lnTo>
                <a:lnTo>
                  <a:pt x="211455" y="391192"/>
                </a:lnTo>
                <a:lnTo>
                  <a:pt x="0" y="391192"/>
                </a:lnTo>
                <a:lnTo>
                  <a:pt x="0" y="200882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6795116" y="3642170"/>
            <a:ext cx="95155" cy="179736"/>
          </a:xfrm>
          <a:custGeom>
            <a:avLst/>
            <a:gdLst/>
            <a:ahLst/>
            <a:cxnLst/>
            <a:rect l="l" t="t" r="r" b="b"/>
            <a:pathLst>
              <a:path w="95155" h="179736">
                <a:moveTo>
                  <a:pt x="95155" y="0"/>
                </a:moveTo>
                <a:lnTo>
                  <a:pt x="0" y="179736"/>
                </a:lnTo>
                <a:lnTo>
                  <a:pt x="95155" y="11630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7101726" y="3642170"/>
            <a:ext cx="95154" cy="179736"/>
          </a:xfrm>
          <a:custGeom>
            <a:avLst/>
            <a:gdLst/>
            <a:ahLst/>
            <a:cxnLst/>
            <a:rect l="l" t="t" r="r" b="b"/>
            <a:pathLst>
              <a:path w="95154" h="179736">
                <a:moveTo>
                  <a:pt x="0" y="0"/>
                </a:moveTo>
                <a:lnTo>
                  <a:pt x="95154" y="179736"/>
                </a:lnTo>
                <a:lnTo>
                  <a:pt x="0" y="11630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48421" y="349943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RAKETE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8595417" y="3420142"/>
            <a:ext cx="401765" cy="401764"/>
          </a:xfrm>
          <a:custGeom>
            <a:avLst/>
            <a:gdLst/>
            <a:ahLst/>
            <a:cxnLst/>
            <a:rect l="l" t="t" r="r" b="b"/>
            <a:pathLst>
              <a:path w="401765" h="401764">
                <a:moveTo>
                  <a:pt x="0" y="401764"/>
                </a:moveTo>
                <a:lnTo>
                  <a:pt x="42291" y="274891"/>
                </a:lnTo>
                <a:lnTo>
                  <a:pt x="317183" y="0"/>
                </a:lnTo>
                <a:lnTo>
                  <a:pt x="401765" y="84582"/>
                </a:lnTo>
                <a:lnTo>
                  <a:pt x="126873" y="359473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8870309" y="3462433"/>
            <a:ext cx="84582" cy="8458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STIFT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0353427" y="3483578"/>
            <a:ext cx="48634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10427437" y="3483578"/>
            <a:ext cx="338328" cy="370046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33164" y="3388424"/>
            <a:ext cx="126873" cy="95155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543737" y="3578733"/>
            <a:ext cx="0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0649464" y="3578733"/>
            <a:ext cx="0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PAPIERKORB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351921" y="4974622"/>
            <a:ext cx="486347" cy="422910"/>
          </a:xfrm>
          <a:custGeom>
            <a:avLst/>
            <a:gdLst/>
            <a:ahLst/>
            <a:cxnLst/>
            <a:rect l="l" t="t" r="r" b="b"/>
            <a:pathLst>
              <a:path w="486347" h="422910">
                <a:moveTo>
                  <a:pt x="0" y="0"/>
                </a:moveTo>
                <a:lnTo>
                  <a:pt x="486347" y="0"/>
                </a:lnTo>
                <a:lnTo>
                  <a:pt x="306610" y="200882"/>
                </a:lnTo>
                <a:lnTo>
                  <a:pt x="306610" y="422910"/>
                </a:lnTo>
                <a:lnTo>
                  <a:pt x="179737" y="338328"/>
                </a:lnTo>
                <a:lnTo>
                  <a:pt x="179737" y="200882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FILTER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62795" y="4974622"/>
            <a:ext cx="465201" cy="4017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3395396" y="4974622"/>
            <a:ext cx="0" cy="401764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236805" y="5090922"/>
            <a:ext cx="9515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458832" y="5090922"/>
            <a:ext cx="951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BUCH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5068824" y="5006340"/>
            <a:ext cx="253746" cy="285464"/>
          </a:xfrm>
          <a:custGeom>
            <a:avLst/>
            <a:gdLst/>
            <a:ahLst/>
            <a:cxnLst/>
            <a:rect l="l" t="t" r="r" b="b"/>
            <a:pathLst>
              <a:path w="253746" h="285464">
                <a:moveTo>
                  <a:pt x="0" y="285464"/>
                </a:moveTo>
                <a:lnTo>
                  <a:pt x="0" y="126873"/>
                </a:lnTo>
                <a:lnTo>
                  <a:pt x="126873" y="0"/>
                </a:lnTo>
                <a:lnTo>
                  <a:pt x="253746" y="126873"/>
                </a:lnTo>
                <a:lnTo>
                  <a:pt x="253746" y="285464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4994815" y="5291804"/>
            <a:ext cx="4017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5159750" y="532986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GLOCKE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Konzept 1/2.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41349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25931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10513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95095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79677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64259" y="185508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41349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5931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0513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5095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79677" y="2034826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1349" y="2214562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25931" y="2214562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10513" y="2214562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95095" y="221456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DATENSTROM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3183941" y="1812798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105728"/>
                </a:moveTo>
                <a:lnTo>
                  <a:pt x="232600" y="0"/>
                </a:lnTo>
                <a:lnTo>
                  <a:pt x="422910" y="169164"/>
                </a:lnTo>
                <a:lnTo>
                  <a:pt x="359473" y="401764"/>
                </a:lnTo>
                <a:lnTo>
                  <a:pt x="84582" y="422910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257950" y="1929098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63678" y="2013680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79096" y="2098262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427114" y="1907953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48260" y="2077117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57334" y="2007337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CLUSTER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10233" y="1992535"/>
            <a:ext cx="158591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21688" y="1992535"/>
            <a:ext cx="158591" cy="148018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33143" y="1992535"/>
            <a:ext cx="158591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068824" y="2066544"/>
            <a:ext cx="528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280279" y="2066544"/>
            <a:ext cx="528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PIPELINE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721107" y="2140553"/>
            <a:ext cx="475774" cy="1057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773970" y="2003108"/>
            <a:ext cx="370046" cy="1057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26834" y="1865662"/>
            <a:ext cx="264319" cy="105728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SCHICHTEN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521408" y="1855089"/>
            <a:ext cx="518065" cy="211455"/>
          </a:xfrm>
          <a:custGeom>
            <a:avLst/>
            <a:gdLst/>
            <a:ahLst/>
            <a:cxnLst/>
            <a:rect l="l" t="t" r="r" b="b"/>
            <a:pathLst>
              <a:path w="518065" h="211455">
                <a:moveTo>
                  <a:pt x="0" y="169164"/>
                </a:moveTo>
                <a:lnTo>
                  <a:pt x="74009" y="21145"/>
                </a:lnTo>
                <a:lnTo>
                  <a:pt x="148018" y="211455"/>
                </a:lnTo>
                <a:lnTo>
                  <a:pt x="222028" y="0"/>
                </a:lnTo>
                <a:lnTo>
                  <a:pt x="296037" y="190309"/>
                </a:lnTo>
                <a:lnTo>
                  <a:pt x="370046" y="42291"/>
                </a:lnTo>
                <a:lnTo>
                  <a:pt x="444055" y="211455"/>
                </a:lnTo>
                <a:lnTo>
                  <a:pt x="518065" y="6343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521408" y="2214562"/>
            <a:ext cx="54978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9007754" y="21828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RAUSCHEN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342855" y="1812798"/>
            <a:ext cx="454628" cy="4546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416864" y="1886807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575455" y="1886807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490873" y="19713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464" y="204539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416864" y="211940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575455" y="2193417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649464" y="1886807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490873" y="2119408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DENKRASTER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H="1" flipV="1">
            <a:off x="1373067" y="3441287"/>
            <a:ext cx="222028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1341349" y="3409569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1595095" y="3441287"/>
            <a:ext cx="222027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1785404" y="3409569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H="1">
            <a:off x="1330776" y="3621024"/>
            <a:ext cx="264319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1299058" y="3589306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595095" y="3621024"/>
            <a:ext cx="264318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1827695" y="3589306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1415358" y="3621024"/>
            <a:ext cx="179737" cy="20088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1383640" y="3790188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595095" y="3621024"/>
            <a:ext cx="179736" cy="20088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1743113" y="3790188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499940" y="3525869"/>
            <a:ext cx="190310" cy="190310"/>
          </a:xfrm>
          <a:prstGeom prst="ellipse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NEURON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3141650" y="3388424"/>
            <a:ext cx="507492" cy="444055"/>
          </a:xfrm>
          <a:custGeom>
            <a:avLst/>
            <a:gdLst/>
            <a:ahLst/>
            <a:cxnLst/>
            <a:rect l="l" t="t" r="r" b="b"/>
            <a:pathLst>
              <a:path w="507492" h="444055">
                <a:moveTo>
                  <a:pt x="0" y="0"/>
                </a:moveTo>
                <a:lnTo>
                  <a:pt x="507492" y="0"/>
                </a:lnTo>
                <a:lnTo>
                  <a:pt x="507492" y="317182"/>
                </a:lnTo>
                <a:lnTo>
                  <a:pt x="190309" y="317182"/>
                </a:lnTo>
                <a:lnTo>
                  <a:pt x="84582" y="444055"/>
                </a:lnTo>
                <a:lnTo>
                  <a:pt x="84582" y="317182"/>
                </a:lnTo>
                <a:lnTo>
                  <a:pt x="0" y="317182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3279096" y="3441287"/>
            <a:ext cx="232600" cy="211455"/>
          </a:xfrm>
          <a:custGeom>
            <a:avLst/>
            <a:gdLst/>
            <a:ahLst/>
            <a:cxnLst/>
            <a:rect l="l" t="t" r="r" b="b"/>
            <a:pathLst>
              <a:path w="232600" h="211455">
                <a:moveTo>
                  <a:pt x="116300" y="0"/>
                </a:moveTo>
                <a:lnTo>
                  <a:pt x="148018" y="74010"/>
                </a:lnTo>
                <a:lnTo>
                  <a:pt x="232600" y="105728"/>
                </a:lnTo>
                <a:lnTo>
                  <a:pt x="148018" y="137446"/>
                </a:lnTo>
                <a:lnTo>
                  <a:pt x="116300" y="211455"/>
                </a:lnTo>
                <a:lnTo>
                  <a:pt x="84582" y="137446"/>
                </a:lnTo>
                <a:lnTo>
                  <a:pt x="0" y="105728"/>
                </a:lnTo>
                <a:lnTo>
                  <a:pt x="84582" y="74010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PROMPT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4963096" y="3409569"/>
            <a:ext cx="232601" cy="42291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963096" y="3451860"/>
            <a:ext cx="232601" cy="169164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963096" y="3451860"/>
            <a:ext cx="232601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963096" y="3409569"/>
            <a:ext cx="232601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963096" y="3621024"/>
            <a:ext cx="232601" cy="169164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963096" y="3790188"/>
            <a:ext cx="232601" cy="42291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5195697" y="3409569"/>
            <a:ext cx="232601" cy="211455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195697" y="3621024"/>
            <a:ext cx="23260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195697" y="3621024"/>
            <a:ext cx="232601" cy="211455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4927149" y="3415913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27149" y="3754241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159750" y="3373622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159750" y="3796532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151291" y="3576618"/>
            <a:ext cx="88811" cy="88811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388121" y="3580848"/>
            <a:ext cx="80353" cy="80353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MODELL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21107" y="3536442"/>
            <a:ext cx="190310" cy="19031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953707" y="355758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017144" y="3642170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974853" y="3747897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080580" y="3494151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122871" y="366331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186308" y="3578733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239171" y="3758470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DRIFT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500262" y="3346133"/>
            <a:ext cx="243173" cy="243173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627135" y="3462433"/>
            <a:ext cx="243173" cy="243173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754008" y="3578733"/>
            <a:ext cx="243173" cy="243173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HAFTNOTIZEN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10321709" y="3821906"/>
            <a:ext cx="46520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Oval 124"/>
          <p:cNvSpPr/>
          <p:nvPr/>
        </p:nvSpPr>
        <p:spPr>
          <a:xfrm>
            <a:off x="10368229" y="3709835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368229" y="3614680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68229" y="3519526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547966" y="3709835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0547966" y="3614680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547966" y="351952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547966" y="3424371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547966" y="332921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727703" y="3709835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727703" y="3614680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PUNKTABFRAGE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394212" y="4932331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0" y="0"/>
                </a:moveTo>
                <a:lnTo>
                  <a:pt x="401765" y="0"/>
                </a:lnTo>
                <a:lnTo>
                  <a:pt x="200883" y="243173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394212" y="5175504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200883" y="0"/>
                </a:moveTo>
                <a:lnTo>
                  <a:pt x="401765" y="243173"/>
                </a:lnTo>
                <a:lnTo>
                  <a:pt x="0" y="243173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31658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95095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TIMEBOX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3099359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3395396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DOPPEL-DIAMANT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5005388" y="4921758"/>
            <a:ext cx="0" cy="50749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 150"/>
          <p:cNvSpPr/>
          <p:nvPr/>
        </p:nvSpPr>
        <p:spPr>
          <a:xfrm>
            <a:off x="5089970" y="4964049"/>
            <a:ext cx="338328" cy="1057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969440" y="4980965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5089970" y="5112067"/>
            <a:ext cx="338328" cy="105728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969440" y="5128984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089970" y="5260086"/>
            <a:ext cx="338328" cy="1057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969440" y="5277002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AGENDA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721107" y="4921758"/>
            <a:ext cx="475774" cy="444056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1" name="Connector 160"/>
          <p:cNvCxnSpPr/>
          <p:nvPr/>
        </p:nvCxnSpPr>
        <p:spPr>
          <a:xfrm>
            <a:off x="6721107" y="5048631"/>
            <a:ext cx="4757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/>
          <p:cNvSpPr/>
          <p:nvPr/>
        </p:nvSpPr>
        <p:spPr>
          <a:xfrm>
            <a:off x="6773970" y="5112067"/>
            <a:ext cx="116300" cy="211455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3" name="Connector 162"/>
          <p:cNvCxnSpPr/>
          <p:nvPr/>
        </p:nvCxnSpPr>
        <p:spPr>
          <a:xfrm>
            <a:off x="6953707" y="5133213"/>
            <a:ext cx="1903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6953707" y="5217795"/>
            <a:ext cx="1903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953707" y="5302377"/>
            <a:ext cx="1903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7228599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LAYOUT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510835" y="4974622"/>
            <a:ext cx="296037" cy="4017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8849163" y="5038058"/>
            <a:ext cx="148018" cy="274892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9028900" y="5112067"/>
            <a:ext cx="63436" cy="126873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028900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RESPONSIV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480300" y="5080349"/>
            <a:ext cx="232600" cy="19031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395718" y="4995767"/>
            <a:ext cx="401764" cy="35947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0829201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FOKUS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Konzept 2/2.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00822" y="1960816"/>
            <a:ext cx="190310" cy="211455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299058" y="2003108"/>
            <a:ext cx="3594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83640" y="2066544"/>
            <a:ext cx="27489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68222" y="2129980"/>
            <a:ext cx="190309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TEMPO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5086" y="2066544"/>
            <a:ext cx="317182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363678" y="1918526"/>
            <a:ext cx="0" cy="148018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3257950" y="1855089"/>
            <a:ext cx="211455" cy="126873"/>
          </a:xfrm>
          <a:custGeom>
            <a:avLst/>
            <a:gdLst/>
            <a:ahLst/>
            <a:cxnLst/>
            <a:rect l="l" t="t" r="r" b="b"/>
            <a:pathLst>
              <a:path w="211455" h="126873">
                <a:moveTo>
                  <a:pt x="0" y="126873"/>
                </a:moveTo>
                <a:lnTo>
                  <a:pt x="105728" y="0"/>
                </a:lnTo>
                <a:lnTo>
                  <a:pt x="211455" y="126873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141650" y="2320290"/>
            <a:ext cx="4229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DEPLOY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5005388" y="1876234"/>
            <a:ext cx="380618" cy="380620"/>
          </a:xfrm>
          <a:custGeom>
            <a:avLst/>
            <a:gdLst/>
            <a:ahLst/>
            <a:cxnLst/>
            <a:rect l="l" t="t" r="r" b="b"/>
            <a:pathLst>
              <a:path w="380618" h="380620">
                <a:moveTo>
                  <a:pt x="317182" y="0"/>
                </a:moveTo>
                <a:lnTo>
                  <a:pt x="0" y="0"/>
                </a:lnTo>
                <a:lnTo>
                  <a:pt x="0" y="380620"/>
                </a:lnTo>
                <a:lnTo>
                  <a:pt x="380618" y="380620"/>
                </a:lnTo>
                <a:lnTo>
                  <a:pt x="380618" y="126874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5259134" y="1812798"/>
            <a:ext cx="105727" cy="126873"/>
          </a:xfrm>
          <a:custGeom>
            <a:avLst/>
            <a:gdLst/>
            <a:ahLst/>
            <a:cxnLst/>
            <a:rect l="l" t="t" r="r" b="b"/>
            <a:pathLst>
              <a:path w="105727" h="126873">
                <a:moveTo>
                  <a:pt x="0" y="0"/>
                </a:moveTo>
                <a:lnTo>
                  <a:pt x="105727" y="63436"/>
                </a:lnTo>
                <a:lnTo>
                  <a:pt x="0" y="126873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ITERATION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6763398" y="1876234"/>
            <a:ext cx="422910" cy="380620"/>
          </a:xfrm>
          <a:custGeom>
            <a:avLst/>
            <a:gdLst/>
            <a:ahLst/>
            <a:cxnLst/>
            <a:rect l="l" t="t" r="r" b="b"/>
            <a:pathLst>
              <a:path w="422910" h="380620">
                <a:moveTo>
                  <a:pt x="0" y="380620"/>
                </a:moveTo>
                <a:lnTo>
                  <a:pt x="137445" y="169164"/>
                </a:lnTo>
                <a:lnTo>
                  <a:pt x="296037" y="274892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27450" y="222090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64896" y="2009451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23487" y="2115179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50360" y="1840287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7186308" y="1876234"/>
            <a:ext cx="105727" cy="232601"/>
          </a:xfrm>
          <a:custGeom>
            <a:avLst/>
            <a:gdLst/>
            <a:ahLst/>
            <a:cxnLst/>
            <a:rect l="l" t="t" r="r" b="b"/>
            <a:pathLst>
              <a:path w="105727" h="232601">
                <a:moveTo>
                  <a:pt x="0" y="0"/>
                </a:moveTo>
                <a:lnTo>
                  <a:pt x="0" y="211456"/>
                </a:lnTo>
                <a:lnTo>
                  <a:pt x="63436" y="148019"/>
                </a:lnTo>
                <a:lnTo>
                  <a:pt x="105727" y="232601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KLICKPFAD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21408" y="196081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605990" y="196081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21408" y="204539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05990" y="204539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32863" y="1960816"/>
            <a:ext cx="148018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44318" y="1960816"/>
            <a:ext cx="148018" cy="14801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DETAILGRAD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00564" y="1812798"/>
            <a:ext cx="158591" cy="158591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480300" y="1812798"/>
            <a:ext cx="222028" cy="200882"/>
          </a:xfrm>
          <a:custGeom>
            <a:avLst/>
            <a:gdLst/>
            <a:ahLst/>
            <a:cxnLst/>
            <a:rect l="l" t="t" r="r" b="b"/>
            <a:pathLst>
              <a:path w="222028" h="200882">
                <a:moveTo>
                  <a:pt x="0" y="52864"/>
                </a:moveTo>
                <a:lnTo>
                  <a:pt x="105728" y="0"/>
                </a:lnTo>
                <a:lnTo>
                  <a:pt x="190310" y="74009"/>
                </a:lnTo>
                <a:lnTo>
                  <a:pt x="222028" y="200882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533164" y="2066544"/>
            <a:ext cx="29603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10575455" y="2066544"/>
            <a:ext cx="211455" cy="190310"/>
          </a:xfrm>
          <a:custGeom>
            <a:avLst/>
            <a:gdLst/>
            <a:ahLst/>
            <a:cxnLst/>
            <a:rect l="l" t="t" r="r" b="b"/>
            <a:pathLst>
              <a:path w="211455" h="190310">
                <a:moveTo>
                  <a:pt x="0" y="0"/>
                </a:moveTo>
                <a:lnTo>
                  <a:pt x="31718" y="190310"/>
                </a:lnTo>
                <a:lnTo>
                  <a:pt x="179737" y="190310"/>
                </a:lnTo>
                <a:lnTo>
                  <a:pt x="211455" y="0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49464" y="2140553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WEGWERF-PROTOTYP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Heavy-Stroke 1/2,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30776" y="1802225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05667" y="1802225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30776" y="2077117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05667" y="2077117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GRID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3247377" y="1855089"/>
            <a:ext cx="274892" cy="422910"/>
          </a:xfrm>
          <a:custGeom>
            <a:avLst/>
            <a:gdLst/>
            <a:ahLst/>
            <a:cxnLst/>
            <a:rect l="l" t="t" r="r" b="b"/>
            <a:pathLst>
              <a:path w="274892" h="422910">
                <a:moveTo>
                  <a:pt x="0" y="0"/>
                </a:moveTo>
                <a:lnTo>
                  <a:pt x="0" y="359473"/>
                </a:lnTo>
                <a:lnTo>
                  <a:pt x="95155" y="274891"/>
                </a:lnTo>
                <a:lnTo>
                  <a:pt x="158592" y="422910"/>
                </a:lnTo>
                <a:lnTo>
                  <a:pt x="222028" y="391192"/>
                </a:lnTo>
                <a:lnTo>
                  <a:pt x="158592" y="253746"/>
                </a:lnTo>
                <a:lnTo>
                  <a:pt x="274892" y="253746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CURSOR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4963096" y="1833944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0"/>
                </a:moveTo>
                <a:lnTo>
                  <a:pt x="422910" y="0"/>
                </a:lnTo>
                <a:lnTo>
                  <a:pt x="422910" y="422910"/>
                </a:lnTo>
                <a:lnTo>
                  <a:pt x="84582" y="422910"/>
                </a:lnTo>
                <a:lnTo>
                  <a:pt x="84582" y="84582"/>
                </a:lnTo>
                <a:lnTo>
                  <a:pt x="338328" y="84582"/>
                </a:lnTo>
                <a:lnTo>
                  <a:pt x="338328" y="338328"/>
                </a:lnTo>
                <a:lnTo>
                  <a:pt x="169164" y="338328"/>
                </a:lnTo>
                <a:lnTo>
                  <a:pt x="169164" y="169164"/>
                </a:lnTo>
                <a:lnTo>
                  <a:pt x="253746" y="169164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LABYRINTH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21107" y="1855089"/>
            <a:ext cx="475774" cy="4017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721107" y="1971389"/>
            <a:ext cx="4757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6805689" y="2055971"/>
            <a:ext cx="63436" cy="105728"/>
          </a:xfrm>
          <a:custGeom>
            <a:avLst/>
            <a:gdLst/>
            <a:ahLst/>
            <a:cxnLst/>
            <a:rect l="l" t="t" r="r" b="b"/>
            <a:pathLst>
              <a:path w="63436" h="105728">
                <a:moveTo>
                  <a:pt x="0" y="0"/>
                </a:moveTo>
                <a:lnTo>
                  <a:pt x="63436" y="52864"/>
                </a:lnTo>
                <a:lnTo>
                  <a:pt x="0" y="105728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932562" y="2161699"/>
            <a:ext cx="1691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TERMINAL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563699" y="1855089"/>
            <a:ext cx="465201" cy="401765"/>
          </a:xfrm>
          <a:custGeom>
            <a:avLst/>
            <a:gdLst/>
            <a:ahLst/>
            <a:cxnLst/>
            <a:rect l="l" t="t" r="r" b="b"/>
            <a:pathLst>
              <a:path w="465201" h="401765">
                <a:moveTo>
                  <a:pt x="0" y="0"/>
                </a:moveTo>
                <a:lnTo>
                  <a:pt x="465201" y="0"/>
                </a:lnTo>
                <a:lnTo>
                  <a:pt x="465201" y="296037"/>
                </a:lnTo>
                <a:lnTo>
                  <a:pt x="169164" y="296037"/>
                </a:lnTo>
                <a:lnTo>
                  <a:pt x="63436" y="401765"/>
                </a:lnTo>
                <a:lnTo>
                  <a:pt x="63436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86343" y="1977733"/>
            <a:ext cx="50749" cy="50749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0925" y="1977733"/>
            <a:ext cx="50749" cy="50749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5507" y="1977733"/>
            <a:ext cx="50749" cy="50749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CHAT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0342855" y="1812798"/>
            <a:ext cx="507492" cy="507492"/>
          </a:xfrm>
          <a:custGeom>
            <a:avLst/>
            <a:gdLst/>
            <a:ahLst/>
            <a:cxnLst/>
            <a:rect l="l" t="t" r="r" b="b"/>
            <a:pathLst>
              <a:path w="507492" h="507492">
                <a:moveTo>
                  <a:pt x="253746" y="0"/>
                </a:moveTo>
                <a:lnTo>
                  <a:pt x="306609" y="200882"/>
                </a:lnTo>
                <a:lnTo>
                  <a:pt x="507492" y="253746"/>
                </a:lnTo>
                <a:lnTo>
                  <a:pt x="306609" y="306610"/>
                </a:lnTo>
                <a:lnTo>
                  <a:pt x="253746" y="507492"/>
                </a:lnTo>
                <a:lnTo>
                  <a:pt x="200882" y="306610"/>
                </a:lnTo>
                <a:lnTo>
                  <a:pt x="0" y="253746"/>
                </a:lnTo>
                <a:lnTo>
                  <a:pt x="200882" y="2008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SPARK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362494" y="3621024"/>
            <a:ext cx="4229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658531" y="3494151"/>
            <a:ext cx="148019" cy="253746"/>
          </a:xfrm>
          <a:custGeom>
            <a:avLst/>
            <a:gdLst/>
            <a:ahLst/>
            <a:cxnLst/>
            <a:rect l="l" t="t" r="r" b="b"/>
            <a:pathLst>
              <a:path w="148019" h="253746">
                <a:moveTo>
                  <a:pt x="0" y="0"/>
                </a:moveTo>
                <a:lnTo>
                  <a:pt x="148019" y="126873"/>
                </a:lnTo>
                <a:lnTo>
                  <a:pt x="0" y="253746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PFEIL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289668" y="3409569"/>
            <a:ext cx="211455" cy="211455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205086" y="3695033"/>
            <a:ext cx="380619" cy="137446"/>
          </a:xfrm>
          <a:custGeom>
            <a:avLst/>
            <a:gdLst/>
            <a:ahLst/>
            <a:cxnLst/>
            <a:rect l="l" t="t" r="r" b="b"/>
            <a:pathLst>
              <a:path w="380619" h="137446">
                <a:moveTo>
                  <a:pt x="0" y="137446"/>
                </a:moveTo>
                <a:lnTo>
                  <a:pt x="42291" y="42291"/>
                </a:lnTo>
                <a:lnTo>
                  <a:pt x="190310" y="0"/>
                </a:lnTo>
                <a:lnTo>
                  <a:pt x="338328" y="42291"/>
                </a:lnTo>
                <a:lnTo>
                  <a:pt x="380619" y="137446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PERSON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037106" y="3462433"/>
            <a:ext cx="317182" cy="317182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42833" y="3568160"/>
            <a:ext cx="105728" cy="105728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5354288" y="3621024"/>
            <a:ext cx="6343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195697" y="3779615"/>
            <a:ext cx="0" cy="634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4973669" y="3621024"/>
            <a:ext cx="6343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195697" y="3398996"/>
            <a:ext cx="0" cy="634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307768" y="3733095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5037106" y="3733095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 flipV="1">
            <a:off x="5037106" y="3462433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307768" y="3462433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ZAHNRAD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6763398" y="3494151"/>
            <a:ext cx="465201" cy="296037"/>
          </a:xfrm>
          <a:custGeom>
            <a:avLst/>
            <a:gdLst/>
            <a:ahLst/>
            <a:cxnLst/>
            <a:rect l="l" t="t" r="r" b="b"/>
            <a:pathLst>
              <a:path w="465201" h="296037">
                <a:moveTo>
                  <a:pt x="0" y="0"/>
                </a:moveTo>
                <a:lnTo>
                  <a:pt x="169164" y="0"/>
                </a:lnTo>
                <a:lnTo>
                  <a:pt x="222027" y="63437"/>
                </a:lnTo>
                <a:lnTo>
                  <a:pt x="465201" y="63437"/>
                </a:lnTo>
                <a:lnTo>
                  <a:pt x="465201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ORDNER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48281" y="3409569"/>
            <a:ext cx="296037" cy="296037"/>
          </a:xfrm>
          <a:prstGeom prst="ellipse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8711717" y="3747897"/>
            <a:ext cx="1691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732863" y="3811334"/>
            <a:ext cx="1268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GLÜHBIRNE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385146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126873" y="0"/>
                </a:moveTo>
                <a:lnTo>
                  <a:pt x="0" y="148018"/>
                </a:lnTo>
                <a:lnTo>
                  <a:pt x="126873" y="29603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681183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0" y="0"/>
                </a:moveTo>
                <a:lnTo>
                  <a:pt x="126873" y="148018"/>
                </a:lnTo>
                <a:lnTo>
                  <a:pt x="0" y="29603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10554310" y="3430715"/>
            <a:ext cx="84582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CODE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330776" y="4985194"/>
            <a:ext cx="465201" cy="380619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330776" y="5101495"/>
            <a:ext cx="46520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457649" y="4921758"/>
            <a:ext cx="0" cy="10572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669104" y="4921758"/>
            <a:ext cx="0" cy="10572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1415358" y="5164931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42231" y="5164931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69104" y="5164931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415358" y="527065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KALENDER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173368" y="4953476"/>
            <a:ext cx="444056" cy="444056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3395396" y="5038058"/>
            <a:ext cx="0" cy="137446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395396" y="5175504"/>
            <a:ext cx="11630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UHR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4963096" y="4942903"/>
            <a:ext cx="0" cy="42291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963096" y="5365813"/>
            <a:ext cx="4229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5026533" y="5175504"/>
            <a:ext cx="84582" cy="19031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53406" y="5090922"/>
            <a:ext cx="84582" cy="274892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280279" y="4985194"/>
            <a:ext cx="84582" cy="380619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DIAGRAMM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773970" y="4953476"/>
            <a:ext cx="444056" cy="444056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879698" y="5059204"/>
            <a:ext cx="232600" cy="232600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948421" y="512792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228599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ZIEL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595417" y="5143786"/>
            <a:ext cx="401764" cy="264319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8690572" y="4974622"/>
            <a:ext cx="211455" cy="169164"/>
          </a:xfrm>
          <a:custGeom>
            <a:avLst/>
            <a:gdLst/>
            <a:ahLst/>
            <a:cxnLst/>
            <a:rect l="l" t="t" r="r" b="b"/>
            <a:pathLst>
              <a:path w="211455" h="169164">
                <a:moveTo>
                  <a:pt x="0" y="169164"/>
                </a:moveTo>
                <a:lnTo>
                  <a:pt x="0" y="74009"/>
                </a:lnTo>
                <a:lnTo>
                  <a:pt x="105727" y="0"/>
                </a:lnTo>
                <a:lnTo>
                  <a:pt x="211455" y="74009"/>
                </a:lnTo>
                <a:lnTo>
                  <a:pt x="211455" y="169164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759295" y="5233654"/>
            <a:ext cx="74009" cy="74009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028900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SCHLOSS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53427" y="4964049"/>
            <a:ext cx="486346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353427" y="5154358"/>
            <a:ext cx="486346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416864" y="5016913"/>
            <a:ext cx="52864" cy="42291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416864" y="5207222"/>
            <a:ext cx="52864" cy="42291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10353427" y="5365813"/>
            <a:ext cx="48634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10829201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SERVER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Heavy-Stroke 2/2,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8222" y="1812798"/>
            <a:ext cx="253746" cy="507492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42231" y="1886807"/>
            <a:ext cx="10572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531658" y="2246281"/>
            <a:ext cx="1268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MOBIL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41650" y="1855089"/>
            <a:ext cx="507492" cy="327755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395396" y="2182844"/>
            <a:ext cx="0" cy="95155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289668" y="2277999"/>
            <a:ext cx="2114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MONITOR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94815" y="1865662"/>
            <a:ext cx="296037" cy="296037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248561" y="2119408"/>
            <a:ext cx="137445" cy="137446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SUCHE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42252" y="1897380"/>
            <a:ext cx="507492" cy="3383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6742252" y="1897380"/>
            <a:ext cx="507492" cy="211455"/>
          </a:xfrm>
          <a:custGeom>
            <a:avLst/>
            <a:gdLst/>
            <a:ahLst/>
            <a:cxnLst/>
            <a:rect l="l" t="t" r="r" b="b"/>
            <a:pathLst>
              <a:path w="507492" h="211455">
                <a:moveTo>
                  <a:pt x="0" y="0"/>
                </a:moveTo>
                <a:lnTo>
                  <a:pt x="253746" y="211455"/>
                </a:lnTo>
                <a:lnTo>
                  <a:pt x="507492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563699" y="1812798"/>
            <a:ext cx="465201" cy="444056"/>
          </a:xfrm>
          <a:custGeom>
            <a:avLst/>
            <a:gdLst/>
            <a:ahLst/>
            <a:cxnLst/>
            <a:rect l="l" t="t" r="r" b="b"/>
            <a:pathLst>
              <a:path w="465201" h="444056">
                <a:moveTo>
                  <a:pt x="232600" y="0"/>
                </a:moveTo>
                <a:lnTo>
                  <a:pt x="465201" y="444056"/>
                </a:lnTo>
                <a:lnTo>
                  <a:pt x="0" y="444056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8796299" y="1981962"/>
            <a:ext cx="0" cy="137446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8768810" y="2165928"/>
            <a:ext cx="54978" cy="54978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WARNUNG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10385146" y="1897380"/>
            <a:ext cx="422910" cy="338328"/>
          </a:xfrm>
          <a:custGeom>
            <a:avLst/>
            <a:gdLst/>
            <a:ahLst/>
            <a:cxnLst/>
            <a:rect l="l" t="t" r="r" b="b"/>
            <a:pathLst>
              <a:path w="422910" h="338328">
                <a:moveTo>
                  <a:pt x="0" y="190310"/>
                </a:moveTo>
                <a:lnTo>
                  <a:pt x="148018" y="338328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HAKEN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404785" y="3430715"/>
            <a:ext cx="380619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404785" y="3430715"/>
            <a:ext cx="380619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KREUZ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3395396" y="3409569"/>
            <a:ext cx="0" cy="42291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183941" y="3621024"/>
            <a:ext cx="4229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PLUS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963096" y="3515297"/>
            <a:ext cx="338328" cy="338328"/>
          </a:xfrm>
          <a:custGeom>
            <a:avLst/>
            <a:gdLst/>
            <a:ahLst/>
            <a:cxnLst/>
            <a:rect l="l" t="t" r="r" b="b"/>
            <a:pathLst>
              <a:path w="338328" h="338328">
                <a:moveTo>
                  <a:pt x="0" y="0"/>
                </a:moveTo>
                <a:lnTo>
                  <a:pt x="0" y="338328"/>
                </a:lnTo>
                <a:lnTo>
                  <a:pt x="338328" y="338328"/>
                </a:lnTo>
                <a:lnTo>
                  <a:pt x="338328" y="126873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5216842" y="3388424"/>
            <a:ext cx="211456" cy="211455"/>
          </a:xfrm>
          <a:custGeom>
            <a:avLst/>
            <a:gdLst/>
            <a:ahLst/>
            <a:cxnLst/>
            <a:rect l="l" t="t" r="r" b="b"/>
            <a:pathLst>
              <a:path w="211456" h="211455">
                <a:moveTo>
                  <a:pt x="0" y="0"/>
                </a:moveTo>
                <a:lnTo>
                  <a:pt x="211456" y="0"/>
                </a:lnTo>
                <a:lnTo>
                  <a:pt x="211456" y="211455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>
            <a:off x="5195697" y="3388424"/>
            <a:ext cx="232601" cy="23260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EXTERN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6890271" y="3367278"/>
            <a:ext cx="211455" cy="391192"/>
          </a:xfrm>
          <a:custGeom>
            <a:avLst/>
            <a:gdLst/>
            <a:ahLst/>
            <a:cxnLst/>
            <a:rect l="l" t="t" r="r" b="b"/>
            <a:pathLst>
              <a:path w="211455" h="391192">
                <a:moveTo>
                  <a:pt x="105727" y="0"/>
                </a:moveTo>
                <a:lnTo>
                  <a:pt x="211455" y="200882"/>
                </a:lnTo>
                <a:lnTo>
                  <a:pt x="211455" y="391192"/>
                </a:lnTo>
                <a:lnTo>
                  <a:pt x="0" y="391192"/>
                </a:lnTo>
                <a:lnTo>
                  <a:pt x="0" y="200882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6795116" y="3642170"/>
            <a:ext cx="95155" cy="179736"/>
          </a:xfrm>
          <a:custGeom>
            <a:avLst/>
            <a:gdLst/>
            <a:ahLst/>
            <a:cxnLst/>
            <a:rect l="l" t="t" r="r" b="b"/>
            <a:pathLst>
              <a:path w="95155" h="179736">
                <a:moveTo>
                  <a:pt x="95155" y="0"/>
                </a:moveTo>
                <a:lnTo>
                  <a:pt x="0" y="179736"/>
                </a:lnTo>
                <a:lnTo>
                  <a:pt x="95155" y="11630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7101726" y="3642170"/>
            <a:ext cx="95154" cy="179736"/>
          </a:xfrm>
          <a:custGeom>
            <a:avLst/>
            <a:gdLst/>
            <a:ahLst/>
            <a:cxnLst/>
            <a:rect l="l" t="t" r="r" b="b"/>
            <a:pathLst>
              <a:path w="95154" h="179736">
                <a:moveTo>
                  <a:pt x="0" y="0"/>
                </a:moveTo>
                <a:lnTo>
                  <a:pt x="95154" y="179736"/>
                </a:lnTo>
                <a:lnTo>
                  <a:pt x="0" y="11630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48421" y="349943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RAKETE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8595417" y="3420142"/>
            <a:ext cx="401765" cy="401764"/>
          </a:xfrm>
          <a:custGeom>
            <a:avLst/>
            <a:gdLst/>
            <a:ahLst/>
            <a:cxnLst/>
            <a:rect l="l" t="t" r="r" b="b"/>
            <a:pathLst>
              <a:path w="401765" h="401764">
                <a:moveTo>
                  <a:pt x="0" y="401764"/>
                </a:moveTo>
                <a:lnTo>
                  <a:pt x="42291" y="274891"/>
                </a:lnTo>
                <a:lnTo>
                  <a:pt x="317183" y="0"/>
                </a:lnTo>
                <a:lnTo>
                  <a:pt x="401765" y="84582"/>
                </a:lnTo>
                <a:lnTo>
                  <a:pt x="126873" y="359473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8870309" y="3462433"/>
            <a:ext cx="84582" cy="8458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STIFT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0353427" y="3483578"/>
            <a:ext cx="48634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10427437" y="3483578"/>
            <a:ext cx="338328" cy="370046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33164" y="3388424"/>
            <a:ext cx="126873" cy="95155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543737" y="3578733"/>
            <a:ext cx="0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0649464" y="3578733"/>
            <a:ext cx="0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PAPIERKORB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351921" y="4974622"/>
            <a:ext cx="486347" cy="422910"/>
          </a:xfrm>
          <a:custGeom>
            <a:avLst/>
            <a:gdLst/>
            <a:ahLst/>
            <a:cxnLst/>
            <a:rect l="l" t="t" r="r" b="b"/>
            <a:pathLst>
              <a:path w="486347" h="422910">
                <a:moveTo>
                  <a:pt x="0" y="0"/>
                </a:moveTo>
                <a:lnTo>
                  <a:pt x="486347" y="0"/>
                </a:lnTo>
                <a:lnTo>
                  <a:pt x="306610" y="200882"/>
                </a:lnTo>
                <a:lnTo>
                  <a:pt x="306610" y="422910"/>
                </a:lnTo>
                <a:lnTo>
                  <a:pt x="179737" y="338328"/>
                </a:lnTo>
                <a:lnTo>
                  <a:pt x="179737" y="200882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FILTER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62795" y="4974622"/>
            <a:ext cx="465201" cy="4017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3395396" y="4974622"/>
            <a:ext cx="0" cy="401764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236805" y="5090922"/>
            <a:ext cx="9515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458832" y="5090922"/>
            <a:ext cx="951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BUCH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5068824" y="5006340"/>
            <a:ext cx="253746" cy="285464"/>
          </a:xfrm>
          <a:custGeom>
            <a:avLst/>
            <a:gdLst/>
            <a:ahLst/>
            <a:cxnLst/>
            <a:rect l="l" t="t" r="r" b="b"/>
            <a:pathLst>
              <a:path w="253746" h="285464">
                <a:moveTo>
                  <a:pt x="0" y="285464"/>
                </a:moveTo>
                <a:lnTo>
                  <a:pt x="0" y="126873"/>
                </a:lnTo>
                <a:lnTo>
                  <a:pt x="126873" y="0"/>
                </a:lnTo>
                <a:lnTo>
                  <a:pt x="253746" y="126873"/>
                </a:lnTo>
                <a:lnTo>
                  <a:pt x="253746" y="285464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4994815" y="5291804"/>
            <a:ext cx="4017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5159750" y="532986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GLOCKE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Konzept 1/2,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41349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25931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10513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95095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79677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64259" y="185508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41349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5931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0513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5095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79677" y="2034826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1349" y="2214562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25931" y="2214562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10513" y="2214562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95095" y="221456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DATENSTROM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3183941" y="1812798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105728"/>
                </a:moveTo>
                <a:lnTo>
                  <a:pt x="232600" y="0"/>
                </a:lnTo>
                <a:lnTo>
                  <a:pt x="422910" y="169164"/>
                </a:lnTo>
                <a:lnTo>
                  <a:pt x="359473" y="401764"/>
                </a:lnTo>
                <a:lnTo>
                  <a:pt x="84582" y="422910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257950" y="1929098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63678" y="2013680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79096" y="2098262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427114" y="1907953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48260" y="2077117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57334" y="2007337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CLUSTER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10233" y="1992535"/>
            <a:ext cx="158591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21688" y="1992535"/>
            <a:ext cx="158591" cy="148018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33143" y="1992535"/>
            <a:ext cx="158591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068824" y="2066544"/>
            <a:ext cx="528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280279" y="2066544"/>
            <a:ext cx="528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PIPELINE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721107" y="2140553"/>
            <a:ext cx="475774" cy="1057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773970" y="2003108"/>
            <a:ext cx="370046" cy="1057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26834" y="1865662"/>
            <a:ext cx="264319" cy="105728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SCHICHTEN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521408" y="1855089"/>
            <a:ext cx="518065" cy="211455"/>
          </a:xfrm>
          <a:custGeom>
            <a:avLst/>
            <a:gdLst/>
            <a:ahLst/>
            <a:cxnLst/>
            <a:rect l="l" t="t" r="r" b="b"/>
            <a:pathLst>
              <a:path w="518065" h="211455">
                <a:moveTo>
                  <a:pt x="0" y="169164"/>
                </a:moveTo>
                <a:lnTo>
                  <a:pt x="74009" y="21145"/>
                </a:lnTo>
                <a:lnTo>
                  <a:pt x="148018" y="211455"/>
                </a:lnTo>
                <a:lnTo>
                  <a:pt x="222028" y="0"/>
                </a:lnTo>
                <a:lnTo>
                  <a:pt x="296037" y="190309"/>
                </a:lnTo>
                <a:lnTo>
                  <a:pt x="370046" y="42291"/>
                </a:lnTo>
                <a:lnTo>
                  <a:pt x="444055" y="211455"/>
                </a:lnTo>
                <a:lnTo>
                  <a:pt x="518065" y="6343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521408" y="2214562"/>
            <a:ext cx="54978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9007754" y="21828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RAUSCHEN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342855" y="1812798"/>
            <a:ext cx="454628" cy="4546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416864" y="1886807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575455" y="1886807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490873" y="19713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464" y="204539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416864" y="211940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575455" y="2193417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649464" y="1886807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490873" y="2119408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DENKRASTER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H="1" flipV="1">
            <a:off x="1373067" y="3441287"/>
            <a:ext cx="222028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1341349" y="3409569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1595095" y="3441287"/>
            <a:ext cx="222027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1785404" y="3409569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H="1">
            <a:off x="1330776" y="3621024"/>
            <a:ext cx="264319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1299058" y="3589306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595095" y="3621024"/>
            <a:ext cx="264318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1827695" y="3589306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1415358" y="3621024"/>
            <a:ext cx="179737" cy="20088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1383640" y="3790188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595095" y="3621024"/>
            <a:ext cx="179736" cy="20088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1743113" y="3790188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499940" y="3525869"/>
            <a:ext cx="190310" cy="190310"/>
          </a:xfrm>
          <a:prstGeom prst="ellipse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NEURON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3141650" y="3388424"/>
            <a:ext cx="507492" cy="444055"/>
          </a:xfrm>
          <a:custGeom>
            <a:avLst/>
            <a:gdLst/>
            <a:ahLst/>
            <a:cxnLst/>
            <a:rect l="l" t="t" r="r" b="b"/>
            <a:pathLst>
              <a:path w="507492" h="444055">
                <a:moveTo>
                  <a:pt x="0" y="0"/>
                </a:moveTo>
                <a:lnTo>
                  <a:pt x="507492" y="0"/>
                </a:lnTo>
                <a:lnTo>
                  <a:pt x="507492" y="317182"/>
                </a:lnTo>
                <a:lnTo>
                  <a:pt x="190309" y="317182"/>
                </a:lnTo>
                <a:lnTo>
                  <a:pt x="84582" y="444055"/>
                </a:lnTo>
                <a:lnTo>
                  <a:pt x="84582" y="317182"/>
                </a:lnTo>
                <a:lnTo>
                  <a:pt x="0" y="317182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3279096" y="3441287"/>
            <a:ext cx="232600" cy="211455"/>
          </a:xfrm>
          <a:custGeom>
            <a:avLst/>
            <a:gdLst/>
            <a:ahLst/>
            <a:cxnLst/>
            <a:rect l="l" t="t" r="r" b="b"/>
            <a:pathLst>
              <a:path w="232600" h="211455">
                <a:moveTo>
                  <a:pt x="116300" y="0"/>
                </a:moveTo>
                <a:lnTo>
                  <a:pt x="148018" y="74010"/>
                </a:lnTo>
                <a:lnTo>
                  <a:pt x="232600" y="105728"/>
                </a:lnTo>
                <a:lnTo>
                  <a:pt x="148018" y="137446"/>
                </a:lnTo>
                <a:lnTo>
                  <a:pt x="116300" y="211455"/>
                </a:lnTo>
                <a:lnTo>
                  <a:pt x="84582" y="137446"/>
                </a:lnTo>
                <a:lnTo>
                  <a:pt x="0" y="105728"/>
                </a:lnTo>
                <a:lnTo>
                  <a:pt x="84582" y="74010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PROMPT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4963096" y="3409569"/>
            <a:ext cx="232601" cy="42291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963096" y="3451860"/>
            <a:ext cx="232601" cy="169164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963096" y="3451860"/>
            <a:ext cx="232601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963096" y="3409569"/>
            <a:ext cx="232601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963096" y="3621024"/>
            <a:ext cx="232601" cy="169164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963096" y="3790188"/>
            <a:ext cx="232601" cy="42291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5195697" y="3409569"/>
            <a:ext cx="232601" cy="211455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195697" y="3621024"/>
            <a:ext cx="23260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195697" y="3621024"/>
            <a:ext cx="232601" cy="211455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4927149" y="3415913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27149" y="3754241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159750" y="3373622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159750" y="3796532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151291" y="3576618"/>
            <a:ext cx="88811" cy="88811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388121" y="3580848"/>
            <a:ext cx="80353" cy="80353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MODELL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21107" y="3536442"/>
            <a:ext cx="190310" cy="19031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953707" y="355758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017144" y="3642170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974853" y="3747897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080580" y="3494151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122871" y="366331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186308" y="3578733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239171" y="3758470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DRIFT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500262" y="3346133"/>
            <a:ext cx="243173" cy="243173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627135" y="3462433"/>
            <a:ext cx="243173" cy="243173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754008" y="3578733"/>
            <a:ext cx="243173" cy="243173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HAFTNOTIZEN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10321709" y="3821906"/>
            <a:ext cx="46520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Oval 124"/>
          <p:cNvSpPr/>
          <p:nvPr/>
        </p:nvSpPr>
        <p:spPr>
          <a:xfrm>
            <a:off x="10368229" y="3709835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368229" y="3614680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68229" y="3519526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547966" y="3709835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0547966" y="3614680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547966" y="351952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547966" y="3424371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547966" y="332921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727703" y="3709835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727703" y="3614680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PUNKTABFRAGE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394212" y="4932331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0" y="0"/>
                </a:moveTo>
                <a:lnTo>
                  <a:pt x="401765" y="0"/>
                </a:lnTo>
                <a:lnTo>
                  <a:pt x="200883" y="243173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394212" y="5175504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200883" y="0"/>
                </a:moveTo>
                <a:lnTo>
                  <a:pt x="401765" y="243173"/>
                </a:lnTo>
                <a:lnTo>
                  <a:pt x="0" y="243173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31658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95095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TIMEBOX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3099359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3395396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DOPPEL-DIAMANT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5005388" y="4921758"/>
            <a:ext cx="0" cy="50749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 150"/>
          <p:cNvSpPr/>
          <p:nvPr/>
        </p:nvSpPr>
        <p:spPr>
          <a:xfrm>
            <a:off x="5089970" y="4964049"/>
            <a:ext cx="338328" cy="1057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969440" y="4980965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5089970" y="5112067"/>
            <a:ext cx="338328" cy="105728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969440" y="5128984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089970" y="5260086"/>
            <a:ext cx="338328" cy="1057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969440" y="5277002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AGENDA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721107" y="4921758"/>
            <a:ext cx="475774" cy="444056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1" name="Connector 160"/>
          <p:cNvCxnSpPr/>
          <p:nvPr/>
        </p:nvCxnSpPr>
        <p:spPr>
          <a:xfrm>
            <a:off x="6721107" y="5048631"/>
            <a:ext cx="4757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/>
          <p:cNvSpPr/>
          <p:nvPr/>
        </p:nvSpPr>
        <p:spPr>
          <a:xfrm>
            <a:off x="6773970" y="5112067"/>
            <a:ext cx="116300" cy="211455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3" name="Connector 162"/>
          <p:cNvCxnSpPr/>
          <p:nvPr/>
        </p:nvCxnSpPr>
        <p:spPr>
          <a:xfrm>
            <a:off x="6953707" y="5133213"/>
            <a:ext cx="1903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6953707" y="5217795"/>
            <a:ext cx="1903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953707" y="5302377"/>
            <a:ext cx="1903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7228599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LAYOUT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510835" y="4974622"/>
            <a:ext cx="296037" cy="4017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8849163" y="5038058"/>
            <a:ext cx="148018" cy="274892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9028900" y="5112067"/>
            <a:ext cx="63436" cy="126873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028900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RESPONSIV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480300" y="5080349"/>
            <a:ext cx="232600" cy="19031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395718" y="4995767"/>
            <a:ext cx="401764" cy="35947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0829201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FOKUS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Konzept 2/2,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00822" y="1960816"/>
            <a:ext cx="190310" cy="211455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299058" y="2003108"/>
            <a:ext cx="3594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83640" y="2066544"/>
            <a:ext cx="27489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68222" y="2129980"/>
            <a:ext cx="190309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TEMPO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5086" y="2066544"/>
            <a:ext cx="317182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363678" y="1918526"/>
            <a:ext cx="0" cy="148018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3257950" y="1855089"/>
            <a:ext cx="211455" cy="126873"/>
          </a:xfrm>
          <a:custGeom>
            <a:avLst/>
            <a:gdLst/>
            <a:ahLst/>
            <a:cxnLst/>
            <a:rect l="l" t="t" r="r" b="b"/>
            <a:pathLst>
              <a:path w="211455" h="126873">
                <a:moveTo>
                  <a:pt x="0" y="126873"/>
                </a:moveTo>
                <a:lnTo>
                  <a:pt x="105728" y="0"/>
                </a:lnTo>
                <a:lnTo>
                  <a:pt x="211455" y="126873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141650" y="2320290"/>
            <a:ext cx="4229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DEPLOY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5005388" y="1876234"/>
            <a:ext cx="380618" cy="380620"/>
          </a:xfrm>
          <a:custGeom>
            <a:avLst/>
            <a:gdLst/>
            <a:ahLst/>
            <a:cxnLst/>
            <a:rect l="l" t="t" r="r" b="b"/>
            <a:pathLst>
              <a:path w="380618" h="380620">
                <a:moveTo>
                  <a:pt x="317182" y="0"/>
                </a:moveTo>
                <a:lnTo>
                  <a:pt x="0" y="0"/>
                </a:lnTo>
                <a:lnTo>
                  <a:pt x="0" y="380620"/>
                </a:lnTo>
                <a:lnTo>
                  <a:pt x="380618" y="380620"/>
                </a:lnTo>
                <a:lnTo>
                  <a:pt x="380618" y="126874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5259134" y="1812798"/>
            <a:ext cx="105727" cy="126873"/>
          </a:xfrm>
          <a:custGeom>
            <a:avLst/>
            <a:gdLst/>
            <a:ahLst/>
            <a:cxnLst/>
            <a:rect l="l" t="t" r="r" b="b"/>
            <a:pathLst>
              <a:path w="105727" h="126873">
                <a:moveTo>
                  <a:pt x="0" y="0"/>
                </a:moveTo>
                <a:lnTo>
                  <a:pt x="105727" y="63436"/>
                </a:lnTo>
                <a:lnTo>
                  <a:pt x="0" y="126873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ITERATION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6763398" y="1876234"/>
            <a:ext cx="422910" cy="380620"/>
          </a:xfrm>
          <a:custGeom>
            <a:avLst/>
            <a:gdLst/>
            <a:ahLst/>
            <a:cxnLst/>
            <a:rect l="l" t="t" r="r" b="b"/>
            <a:pathLst>
              <a:path w="422910" h="380620">
                <a:moveTo>
                  <a:pt x="0" y="380620"/>
                </a:moveTo>
                <a:lnTo>
                  <a:pt x="137445" y="169164"/>
                </a:lnTo>
                <a:lnTo>
                  <a:pt x="296037" y="274892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27450" y="222090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64896" y="2009451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23487" y="2115179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50360" y="1840287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7186308" y="1876234"/>
            <a:ext cx="105727" cy="232601"/>
          </a:xfrm>
          <a:custGeom>
            <a:avLst/>
            <a:gdLst/>
            <a:ahLst/>
            <a:cxnLst/>
            <a:rect l="l" t="t" r="r" b="b"/>
            <a:pathLst>
              <a:path w="105727" h="232601">
                <a:moveTo>
                  <a:pt x="0" y="0"/>
                </a:moveTo>
                <a:lnTo>
                  <a:pt x="0" y="211456"/>
                </a:lnTo>
                <a:lnTo>
                  <a:pt x="63436" y="148019"/>
                </a:lnTo>
                <a:lnTo>
                  <a:pt x="105727" y="232601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KLICKPFAD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21408" y="196081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605990" y="196081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21408" y="204539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05990" y="204539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32863" y="1960816"/>
            <a:ext cx="148018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44318" y="1960816"/>
            <a:ext cx="148018" cy="14801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DETAILGRAD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00564" y="1812798"/>
            <a:ext cx="158591" cy="158591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480300" y="1812798"/>
            <a:ext cx="222028" cy="200882"/>
          </a:xfrm>
          <a:custGeom>
            <a:avLst/>
            <a:gdLst/>
            <a:ahLst/>
            <a:cxnLst/>
            <a:rect l="l" t="t" r="r" b="b"/>
            <a:pathLst>
              <a:path w="222028" h="200882">
                <a:moveTo>
                  <a:pt x="0" y="52864"/>
                </a:moveTo>
                <a:lnTo>
                  <a:pt x="105728" y="0"/>
                </a:lnTo>
                <a:lnTo>
                  <a:pt x="190310" y="74009"/>
                </a:lnTo>
                <a:lnTo>
                  <a:pt x="222028" y="200882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533164" y="2066544"/>
            <a:ext cx="29603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10575455" y="2066544"/>
            <a:ext cx="211455" cy="190310"/>
          </a:xfrm>
          <a:custGeom>
            <a:avLst/>
            <a:gdLst/>
            <a:ahLst/>
            <a:cxnLst/>
            <a:rect l="l" t="t" r="r" b="b"/>
            <a:pathLst>
              <a:path w="211455" h="190310">
                <a:moveTo>
                  <a:pt x="0" y="0"/>
                </a:moveTo>
                <a:lnTo>
                  <a:pt x="31718" y="190310"/>
                </a:lnTo>
                <a:lnTo>
                  <a:pt x="179737" y="190310"/>
                </a:lnTo>
                <a:lnTo>
                  <a:pt x="211455" y="0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49464" y="2140553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WEGWERF-PROTOTYP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B · PIXEL-ART &amp; WORTMARKE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Pixel-Art.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48815" y="19516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0252" y="19516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77378" y="202311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48815" y="202311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20252" y="202311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05940" y="209454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77378" y="209454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48815" y="209454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4502" y="216598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5940" y="216598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77378" y="216598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63065" y="223742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34502" y="223742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05940" y="223742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91628" y="230886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63065" y="230886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34502" y="230886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520190" y="238029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91628" y="238029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663065" y="238029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48752" y="245173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0190" y="245173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91628" y="245173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48752" y="25231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20190" y="25231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48815" y="2023110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05940" y="2165985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63065" y="2308860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20190" y="2451735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20252" y="1951672"/>
            <a:ext cx="71438" cy="71438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877378" y="2094548"/>
            <a:ext cx="71438" cy="71438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48752" y="2523172"/>
            <a:ext cx="71438" cy="7143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9884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PIXEL-GURKE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036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34013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41169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69794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76951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26857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534013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1169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748326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62638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9794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76951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84107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42685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534013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41169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748326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55482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962638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069794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76951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28410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426857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534013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41169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48326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55482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962638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069794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76951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284107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34013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641169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748326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55482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962638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069794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76951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641169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748326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855482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962638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69794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748326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855482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962638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855482" y="263032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30196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88036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PIXEL-HERZ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983479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958602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851446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958602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065758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52997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37133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744289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851446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958602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065758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172914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280071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38722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637133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744289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851446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958602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065758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172914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280071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744289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851446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958602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065758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72914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637133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744289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851446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065758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172914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280071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529977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637133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280071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387227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40508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983479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PIXEL-STERN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086599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686675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793831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900988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008144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115300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8222456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8329612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8436769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686675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793831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900988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008144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115300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222456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329612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436769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686675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7793831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900988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8008144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115300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8222456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8329612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436769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686675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793831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900988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008144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8115300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8222456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8329612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8436769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7686675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7793831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900988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008144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115300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222456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8329612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436769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686675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793831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7900988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8008144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115300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222456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329612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436769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686675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793831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900988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008144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115300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222456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8329612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436769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7900988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7900988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8008144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8008144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8115300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8115300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222456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222456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7900988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7900988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008144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008144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8115300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8115300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8222456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8222456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50820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7086599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PIXEL-DISKETTE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555480" y="178308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8-Bit-Reminiszenzen — sparsam,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als retro-digitale Interpunktion.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77240" y="37033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Wortmarke.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77240" y="4343400"/>
            <a:ext cx="310896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1188720" y="4663440"/>
            <a:ext cx="2628900" cy="715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819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7819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4160520" y="4343400"/>
            <a:ext cx="3108960" cy="1234440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4572000" y="4663440"/>
            <a:ext cx="2628900" cy="715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819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7819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7543800" y="4343400"/>
            <a:ext cx="3108960" cy="1234440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955279" y="4663440"/>
            <a:ext cx="2628900" cy="715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819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7819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" y="57150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WEISS · SIGNAL-GRÜN · TINTE-SCHWARZ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VERWENDUNG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05156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00000"/>
                </a:solidFill>
                <a:latin typeface="Zilla Slab"/>
              </a:rPr>
              <a:t>So verwendest du die Icons.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5798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Kopieren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13969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Icon anklicken, Strg/Cmd + C — und in deine Folie einfügen.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2666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9718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Skalieren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300837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Immer proportional. Zielgröße 48–160 px, nie verzerren.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9534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840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Farbe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87705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Echte Vektoren: Form anklicken und umfärben. Grün nur als Akzent.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76402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7091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Verboten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74573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Keine Emoji, keine Icon-Fonts, keine fremden Icon-Sets.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