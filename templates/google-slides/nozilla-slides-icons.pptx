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DESIGN SYSTEM · BIBLIOTHEK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868680"/>
            <a:ext cx="1063721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011680"/>
            <a:ext cx="1063721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800" b="1">
                <a:solidFill>
                  <a:srgbClr val="000000"/>
                </a:solidFill>
                <a:latin typeface="Zilla Slab"/>
              </a:rPr>
              <a:t>Icon-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3063240"/>
            <a:ext cx="4293402" cy="1177544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3129076"/>
            <a:ext cx="4293402" cy="11775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800" b="1">
                <a:solidFill>
                  <a:srgbClr val="000000"/>
                </a:solidFill>
                <a:latin typeface="Zilla Slab"/>
              </a:rPr>
              <a:t>Bibliothek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480560"/>
            <a:ext cx="7315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555555"/>
                </a:solidFill>
                <a:latin typeface="Zilla Slab"/>
              </a:rPr>
              <a:t>37 Icons · zwei Dialekte · hell und dunkel.</a:t>
            </a:r>
          </a:p>
          <a:p>
            <a:pPr algn="l">
              <a:lnSpc>
                <a:spcPct val="125000"/>
              </a:lnSpc>
            </a:pPr>
            <a:r>
              <a:rPr sz="2200" b="0">
                <a:solidFill>
                  <a:srgbClr val="555555"/>
                </a:solidFill>
                <a:latin typeface="Zilla Slab"/>
              </a:rPr>
              <a:t>Zum Kopieren und Einsetzen.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5669280"/>
            <a:ext cx="1063721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897880"/>
            <a:ext cx="2286000" cy="6217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6800">
                <a:solidFill>
                  <a:srgbClr val="000000"/>
                </a:solidFill>
                <a:latin typeface="Zilla Slab"/>
              </a:rPr>
              <a:t>nozilla</a:t>
            </a:r>
            <a:r>
              <a:rPr b="1" sz="6800">
                <a:solidFill>
                  <a:srgbClr val="00FF9C"/>
                </a:solidFill>
                <a:latin typeface="Zilla Slab"/>
              </a:rPr>
              <a:t>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DIALEKT A · HEAVY-STROKE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42455" y="3840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// GUTE DIGITALE DIENSTE.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713232"/>
            <a:ext cx="1063721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932688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00000"/>
                </a:solidFill>
                <a:latin typeface="Zilla Slab"/>
              </a:rPr>
              <a:t>Heavy-Stroke 1/2.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48132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362494" y="1833944"/>
            <a:ext cx="190310" cy="190310"/>
          </a:xfrm>
          <a:prstGeom prst="rect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637386" y="1833944"/>
            <a:ext cx="190310" cy="190310"/>
          </a:xfrm>
          <a:prstGeom prst="rect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362494" y="2108835"/>
            <a:ext cx="190310" cy="190310"/>
          </a:xfrm>
          <a:prstGeom prst="rect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637386" y="2108835"/>
            <a:ext cx="190310" cy="190310"/>
          </a:xfrm>
          <a:prstGeom prst="rect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GRID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577541" y="148132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3247377" y="1855089"/>
            <a:ext cx="274892" cy="422910"/>
          </a:xfrm>
          <a:custGeom>
            <a:avLst/>
            <a:gdLst/>
            <a:ahLst/>
            <a:cxnLst/>
            <a:rect l="l" t="t" r="r" b="b"/>
            <a:pathLst>
              <a:path w="274892" h="422910">
                <a:moveTo>
                  <a:pt x="0" y="0"/>
                </a:moveTo>
                <a:lnTo>
                  <a:pt x="0" y="359473"/>
                </a:lnTo>
                <a:lnTo>
                  <a:pt x="95155" y="274891"/>
                </a:lnTo>
                <a:lnTo>
                  <a:pt x="158592" y="422910"/>
                </a:lnTo>
                <a:lnTo>
                  <a:pt x="222028" y="391192"/>
                </a:lnTo>
                <a:lnTo>
                  <a:pt x="158592" y="253746"/>
                </a:lnTo>
                <a:lnTo>
                  <a:pt x="274892" y="253746"/>
                </a:lnTo>
                <a:close/>
              </a:path>
            </a:pathLst>
          </a:cu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77541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CURSOR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77842" y="148132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4984242" y="1855089"/>
            <a:ext cx="422910" cy="422910"/>
          </a:xfrm>
          <a:custGeom>
            <a:avLst/>
            <a:gdLst/>
            <a:ahLst/>
            <a:cxnLst/>
            <a:rect l="l" t="t" r="r" b="b"/>
            <a:pathLst>
              <a:path w="422910" h="422910">
                <a:moveTo>
                  <a:pt x="0" y="0"/>
                </a:moveTo>
                <a:lnTo>
                  <a:pt x="422910" y="0"/>
                </a:lnTo>
                <a:lnTo>
                  <a:pt x="422910" y="422910"/>
                </a:lnTo>
                <a:lnTo>
                  <a:pt x="84582" y="422910"/>
                </a:lnTo>
                <a:lnTo>
                  <a:pt x="84582" y="84582"/>
                </a:lnTo>
                <a:lnTo>
                  <a:pt x="338328" y="84582"/>
                </a:lnTo>
                <a:lnTo>
                  <a:pt x="338328" y="338328"/>
                </a:lnTo>
                <a:lnTo>
                  <a:pt x="169164" y="338328"/>
                </a:lnTo>
                <a:lnTo>
                  <a:pt x="169164" y="169164"/>
                </a:lnTo>
                <a:lnTo>
                  <a:pt x="253746" y="169164"/>
                </a:lnTo>
              </a:path>
            </a:pathLst>
          </a:cu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77842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LABYRINTH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78143" y="148132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742252" y="1855089"/>
            <a:ext cx="507492" cy="422910"/>
          </a:xfrm>
          <a:prstGeom prst="rect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6742252" y="1971389"/>
            <a:ext cx="507492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Freeform 21"/>
          <p:cNvSpPr/>
          <p:nvPr/>
        </p:nvSpPr>
        <p:spPr>
          <a:xfrm>
            <a:off x="6826834" y="2077117"/>
            <a:ext cx="63437" cy="105727"/>
          </a:xfrm>
          <a:custGeom>
            <a:avLst/>
            <a:gdLst/>
            <a:ahLst/>
            <a:cxnLst/>
            <a:rect l="l" t="t" r="r" b="b"/>
            <a:pathLst>
              <a:path w="63437" h="105727">
                <a:moveTo>
                  <a:pt x="0" y="0"/>
                </a:moveTo>
                <a:lnTo>
                  <a:pt x="63437" y="52863"/>
                </a:lnTo>
                <a:lnTo>
                  <a:pt x="0" y="105727"/>
                </a:lnTo>
              </a:path>
            </a:pathLst>
          </a:cu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6953707" y="2182844"/>
            <a:ext cx="148019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178143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TERMINAL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78444" y="148132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8563699" y="1855089"/>
            <a:ext cx="465201" cy="401765"/>
          </a:xfrm>
          <a:custGeom>
            <a:avLst/>
            <a:gdLst/>
            <a:ahLst/>
            <a:cxnLst/>
            <a:rect l="l" t="t" r="r" b="b"/>
            <a:pathLst>
              <a:path w="465201" h="401765">
                <a:moveTo>
                  <a:pt x="0" y="0"/>
                </a:moveTo>
                <a:lnTo>
                  <a:pt x="465201" y="0"/>
                </a:lnTo>
                <a:lnTo>
                  <a:pt x="465201" y="296037"/>
                </a:lnTo>
                <a:lnTo>
                  <a:pt x="169164" y="296037"/>
                </a:lnTo>
                <a:lnTo>
                  <a:pt x="63436" y="401765"/>
                </a:lnTo>
                <a:lnTo>
                  <a:pt x="63436" y="296037"/>
                </a:lnTo>
                <a:lnTo>
                  <a:pt x="0" y="296037"/>
                </a:lnTo>
                <a:close/>
              </a:path>
            </a:pathLst>
          </a:cu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686343" y="1977733"/>
            <a:ext cx="50749" cy="50749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770925" y="1977733"/>
            <a:ext cx="50749" cy="50749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855507" y="1977733"/>
            <a:ext cx="50749" cy="50749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78444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CHAT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778746" y="148132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10342855" y="1812798"/>
            <a:ext cx="507492" cy="507492"/>
          </a:xfrm>
          <a:custGeom>
            <a:avLst/>
            <a:gdLst/>
            <a:ahLst/>
            <a:cxnLst/>
            <a:rect l="l" t="t" r="r" b="b"/>
            <a:pathLst>
              <a:path w="507492" h="507492">
                <a:moveTo>
                  <a:pt x="253746" y="0"/>
                </a:moveTo>
                <a:lnTo>
                  <a:pt x="306609" y="200882"/>
                </a:lnTo>
                <a:lnTo>
                  <a:pt x="507492" y="253746"/>
                </a:lnTo>
                <a:lnTo>
                  <a:pt x="306609" y="306610"/>
                </a:lnTo>
                <a:lnTo>
                  <a:pt x="253746" y="507492"/>
                </a:lnTo>
                <a:lnTo>
                  <a:pt x="200882" y="306610"/>
                </a:lnTo>
                <a:lnTo>
                  <a:pt x="0" y="253746"/>
                </a:lnTo>
                <a:lnTo>
                  <a:pt x="200882" y="200882"/>
                </a:lnTo>
                <a:close/>
              </a:path>
            </a:pathLst>
          </a:custGeom>
          <a:solidFill>
            <a:srgbClr val="00FF9C"/>
          </a:solidFill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778746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SPARK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77240" y="303580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5" name="Connector 34"/>
          <p:cNvCxnSpPr/>
          <p:nvPr/>
        </p:nvCxnSpPr>
        <p:spPr>
          <a:xfrm>
            <a:off x="1362494" y="3621024"/>
            <a:ext cx="422910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Freeform 35"/>
          <p:cNvSpPr/>
          <p:nvPr/>
        </p:nvSpPr>
        <p:spPr>
          <a:xfrm>
            <a:off x="1658531" y="3494151"/>
            <a:ext cx="148019" cy="253746"/>
          </a:xfrm>
          <a:custGeom>
            <a:avLst/>
            <a:gdLst/>
            <a:ahLst/>
            <a:cxnLst/>
            <a:rect l="l" t="t" r="r" b="b"/>
            <a:pathLst>
              <a:path w="148019" h="253746">
                <a:moveTo>
                  <a:pt x="0" y="0"/>
                </a:moveTo>
                <a:lnTo>
                  <a:pt x="148019" y="126873"/>
                </a:lnTo>
                <a:lnTo>
                  <a:pt x="0" y="253746"/>
                </a:lnTo>
              </a:path>
            </a:pathLst>
          </a:cu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77240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PFEIL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77541" y="303580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289668" y="3409569"/>
            <a:ext cx="211455" cy="211455"/>
          </a:xfrm>
          <a:prstGeom prst="ellipse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3205086" y="3695033"/>
            <a:ext cx="380619" cy="137446"/>
          </a:xfrm>
          <a:custGeom>
            <a:avLst/>
            <a:gdLst/>
            <a:ahLst/>
            <a:cxnLst/>
            <a:rect l="l" t="t" r="r" b="b"/>
            <a:pathLst>
              <a:path w="380619" h="137446">
                <a:moveTo>
                  <a:pt x="0" y="137446"/>
                </a:moveTo>
                <a:lnTo>
                  <a:pt x="42291" y="42291"/>
                </a:lnTo>
                <a:lnTo>
                  <a:pt x="190310" y="0"/>
                </a:lnTo>
                <a:lnTo>
                  <a:pt x="338328" y="42291"/>
                </a:lnTo>
                <a:lnTo>
                  <a:pt x="380619" y="137446"/>
                </a:lnTo>
              </a:path>
            </a:pathLst>
          </a:cu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577541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PERSON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377842" y="303580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5037106" y="3462433"/>
            <a:ext cx="317182" cy="317182"/>
          </a:xfrm>
          <a:prstGeom prst="ellipse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5142833" y="3568160"/>
            <a:ext cx="105728" cy="105728"/>
          </a:xfrm>
          <a:prstGeom prst="ellipse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5354288" y="3621024"/>
            <a:ext cx="63437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5195697" y="3779615"/>
            <a:ext cx="0" cy="63437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H="1">
            <a:off x="4973669" y="3621024"/>
            <a:ext cx="63437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5195697" y="3398996"/>
            <a:ext cx="0" cy="63437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5307768" y="3733095"/>
            <a:ext cx="46520" cy="4652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>
            <a:off x="5037106" y="3733095"/>
            <a:ext cx="46520" cy="4652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 flipV="1">
            <a:off x="5037106" y="3462433"/>
            <a:ext cx="46520" cy="4652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5307768" y="3462433"/>
            <a:ext cx="46520" cy="4652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4377842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ZAHNRAD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178143" y="303580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6763398" y="3494151"/>
            <a:ext cx="465201" cy="296037"/>
          </a:xfrm>
          <a:custGeom>
            <a:avLst/>
            <a:gdLst/>
            <a:ahLst/>
            <a:cxnLst/>
            <a:rect l="l" t="t" r="r" b="b"/>
            <a:pathLst>
              <a:path w="465201" h="296037">
                <a:moveTo>
                  <a:pt x="0" y="0"/>
                </a:moveTo>
                <a:lnTo>
                  <a:pt x="169164" y="0"/>
                </a:lnTo>
                <a:lnTo>
                  <a:pt x="222027" y="63437"/>
                </a:lnTo>
                <a:lnTo>
                  <a:pt x="465201" y="63437"/>
                </a:lnTo>
                <a:lnTo>
                  <a:pt x="465201" y="296037"/>
                </a:lnTo>
                <a:lnTo>
                  <a:pt x="0" y="296037"/>
                </a:lnTo>
                <a:close/>
              </a:path>
            </a:pathLst>
          </a:cu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178143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ORDNER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978444" y="303580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8648281" y="3409569"/>
            <a:ext cx="296037" cy="296037"/>
          </a:xfrm>
          <a:prstGeom prst="ellipse">
            <a:avLst/>
          </a:prstGeom>
          <a:solidFill>
            <a:srgbClr val="00FF9C"/>
          </a:solidFill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9" name="Connector 58"/>
          <p:cNvCxnSpPr/>
          <p:nvPr/>
        </p:nvCxnSpPr>
        <p:spPr>
          <a:xfrm>
            <a:off x="8711717" y="3747897"/>
            <a:ext cx="169164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8732863" y="3811334"/>
            <a:ext cx="126873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7978444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GLÜHBIRNE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778746" y="303580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10385146" y="3473006"/>
            <a:ext cx="126873" cy="296037"/>
          </a:xfrm>
          <a:custGeom>
            <a:avLst/>
            <a:gdLst/>
            <a:ahLst/>
            <a:cxnLst/>
            <a:rect l="l" t="t" r="r" b="b"/>
            <a:pathLst>
              <a:path w="126873" h="296037">
                <a:moveTo>
                  <a:pt x="126873" y="0"/>
                </a:moveTo>
                <a:lnTo>
                  <a:pt x="0" y="148018"/>
                </a:lnTo>
                <a:lnTo>
                  <a:pt x="126873" y="296037"/>
                </a:lnTo>
              </a:path>
            </a:pathLst>
          </a:cu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10681183" y="3473006"/>
            <a:ext cx="126873" cy="296037"/>
          </a:xfrm>
          <a:custGeom>
            <a:avLst/>
            <a:gdLst/>
            <a:ahLst/>
            <a:cxnLst/>
            <a:rect l="l" t="t" r="r" b="b"/>
            <a:pathLst>
              <a:path w="126873" h="296037">
                <a:moveTo>
                  <a:pt x="0" y="0"/>
                </a:moveTo>
                <a:lnTo>
                  <a:pt x="126873" y="148018"/>
                </a:lnTo>
                <a:lnTo>
                  <a:pt x="0" y="296037"/>
                </a:lnTo>
              </a:path>
            </a:pathLst>
          </a:cu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5" name="Connector 64"/>
          <p:cNvCxnSpPr/>
          <p:nvPr/>
        </p:nvCxnSpPr>
        <p:spPr>
          <a:xfrm flipH="1">
            <a:off x="10554310" y="3430715"/>
            <a:ext cx="84582" cy="380619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9778746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CODE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77240" y="459028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51921" y="5006340"/>
            <a:ext cx="486346" cy="401764"/>
          </a:xfrm>
          <a:prstGeom prst="rect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9" name="Connector 68"/>
          <p:cNvCxnSpPr/>
          <p:nvPr/>
        </p:nvCxnSpPr>
        <p:spPr>
          <a:xfrm>
            <a:off x="1351921" y="5122640"/>
            <a:ext cx="486347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1478794" y="4942903"/>
            <a:ext cx="0" cy="105728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1711395" y="4942903"/>
            <a:ext cx="0" cy="105728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Rectangle 71"/>
          <p:cNvSpPr/>
          <p:nvPr/>
        </p:nvSpPr>
        <p:spPr>
          <a:xfrm>
            <a:off x="1447076" y="5196649"/>
            <a:ext cx="63436" cy="6343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1573949" y="5196649"/>
            <a:ext cx="63436" cy="6343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700822" y="5196649"/>
            <a:ext cx="63436" cy="6343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447076" y="5302377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777240" y="582472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KALENDER</a:t>
            </a:r>
          </a:p>
        </p:txBody>
      </p:sp>
      <p:sp>
        <p:nvSpPr>
          <p:cNvPr id="77" name="Rectangle 76"/>
          <p:cNvSpPr/>
          <p:nvPr/>
        </p:nvSpPr>
        <p:spPr>
          <a:xfrm>
            <a:off x="2577541" y="459028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3173368" y="4953476"/>
            <a:ext cx="444056" cy="444056"/>
          </a:xfrm>
          <a:prstGeom prst="ellipse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9" name="Connector 78"/>
          <p:cNvCxnSpPr/>
          <p:nvPr/>
        </p:nvCxnSpPr>
        <p:spPr>
          <a:xfrm flipV="1">
            <a:off x="3395396" y="5038058"/>
            <a:ext cx="0" cy="137446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3395396" y="5175504"/>
            <a:ext cx="116300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2577541" y="582472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UHR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377842" y="459028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3" name="Connector 82"/>
          <p:cNvCxnSpPr/>
          <p:nvPr/>
        </p:nvCxnSpPr>
        <p:spPr>
          <a:xfrm>
            <a:off x="4984242" y="4964049"/>
            <a:ext cx="0" cy="42291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4984242" y="5386959"/>
            <a:ext cx="444056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Rectangle 84"/>
          <p:cNvSpPr/>
          <p:nvPr/>
        </p:nvSpPr>
        <p:spPr>
          <a:xfrm>
            <a:off x="5058251" y="5196649"/>
            <a:ext cx="95155" cy="19031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5195697" y="5112067"/>
            <a:ext cx="95155" cy="27489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5333143" y="5006340"/>
            <a:ext cx="95155" cy="380619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4377842" y="582472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DIAGRAMM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178143" y="459028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6773970" y="4953476"/>
            <a:ext cx="444056" cy="444056"/>
          </a:xfrm>
          <a:prstGeom prst="ellipse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6879698" y="5059204"/>
            <a:ext cx="232600" cy="232600"/>
          </a:xfrm>
          <a:prstGeom prst="ellipse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6948421" y="5127927"/>
            <a:ext cx="95155" cy="95155"/>
          </a:xfrm>
          <a:prstGeom prst="ellipse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6178143" y="582472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ZIEL</a:t>
            </a:r>
          </a:p>
        </p:txBody>
      </p:sp>
      <p:sp>
        <p:nvSpPr>
          <p:cNvPr id="94" name="Rectangle 93"/>
          <p:cNvSpPr/>
          <p:nvPr/>
        </p:nvSpPr>
        <p:spPr>
          <a:xfrm>
            <a:off x="7978444" y="459028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8595417" y="5143786"/>
            <a:ext cx="401764" cy="264319"/>
          </a:xfrm>
          <a:prstGeom prst="rect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Freeform 95"/>
          <p:cNvSpPr/>
          <p:nvPr/>
        </p:nvSpPr>
        <p:spPr>
          <a:xfrm>
            <a:off x="8690572" y="4974622"/>
            <a:ext cx="211455" cy="169164"/>
          </a:xfrm>
          <a:custGeom>
            <a:avLst/>
            <a:gdLst/>
            <a:ahLst/>
            <a:cxnLst/>
            <a:rect l="l" t="t" r="r" b="b"/>
            <a:pathLst>
              <a:path w="211455" h="169164">
                <a:moveTo>
                  <a:pt x="0" y="169164"/>
                </a:moveTo>
                <a:lnTo>
                  <a:pt x="0" y="74009"/>
                </a:lnTo>
                <a:lnTo>
                  <a:pt x="105727" y="0"/>
                </a:lnTo>
                <a:lnTo>
                  <a:pt x="211455" y="74009"/>
                </a:lnTo>
                <a:lnTo>
                  <a:pt x="211455" y="169164"/>
                </a:lnTo>
              </a:path>
            </a:pathLst>
          </a:cu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8759295" y="5233654"/>
            <a:ext cx="74009" cy="74009"/>
          </a:xfrm>
          <a:prstGeom prst="ellipse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7978444" y="582472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SCHLOSS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9778746" y="459028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0353427" y="4964049"/>
            <a:ext cx="486346" cy="148018"/>
          </a:xfrm>
          <a:prstGeom prst="rect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0353427" y="5154358"/>
            <a:ext cx="486346" cy="148018"/>
          </a:xfrm>
          <a:prstGeom prst="rect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0416864" y="5016913"/>
            <a:ext cx="52864" cy="42291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0416864" y="5207222"/>
            <a:ext cx="52864" cy="42291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4" name="Connector 103"/>
          <p:cNvCxnSpPr/>
          <p:nvPr/>
        </p:nvCxnSpPr>
        <p:spPr>
          <a:xfrm>
            <a:off x="10353427" y="5365813"/>
            <a:ext cx="486347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TextBox 104"/>
          <p:cNvSpPr txBox="1"/>
          <p:nvPr/>
        </p:nvSpPr>
        <p:spPr>
          <a:xfrm>
            <a:off x="9778746" y="582472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SERVER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777240" y="6199632"/>
            <a:ext cx="10637215" cy="1270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777240" y="6309360"/>
            <a:ext cx="480060" cy="130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28">
                <a:solidFill>
                  <a:srgbClr val="555555"/>
                </a:solidFill>
                <a:latin typeface="Zilla Slab"/>
              </a:rPr>
              <a:t>nozilla</a:t>
            </a:r>
            <a:r>
              <a:rPr b="1" sz="1428">
                <a:solidFill>
                  <a:srgbClr val="00FF9C"/>
                </a:solidFill>
                <a:latin typeface="Zilla Slab"/>
              </a:rPr>
              <a:t>.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585655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DIALEKT A · HEAVY-STROKE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42455" y="3840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// GUTE DIGITALE DIENSTE.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713232"/>
            <a:ext cx="1063721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932688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00000"/>
                </a:solidFill>
                <a:latin typeface="Zilla Slab"/>
              </a:rPr>
              <a:t>Heavy-Stroke 2/2.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48132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468222" y="1812798"/>
            <a:ext cx="253746" cy="507492"/>
          </a:xfrm>
          <a:prstGeom prst="rect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1542231" y="1886807"/>
            <a:ext cx="105727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531658" y="2246281"/>
            <a:ext cx="126873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77240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MOBIL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77541" y="148132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141650" y="1855089"/>
            <a:ext cx="507492" cy="327755"/>
          </a:xfrm>
          <a:prstGeom prst="rect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3395396" y="2182844"/>
            <a:ext cx="0" cy="95155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289668" y="2277999"/>
            <a:ext cx="211455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2577541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MONITOR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77842" y="148132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005388" y="1876234"/>
            <a:ext cx="296037" cy="296037"/>
          </a:xfrm>
          <a:prstGeom prst="ellipse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5259134" y="2129980"/>
            <a:ext cx="158591" cy="158592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377842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SUCHE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78143" y="148132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742252" y="1897380"/>
            <a:ext cx="507492" cy="338328"/>
          </a:xfrm>
          <a:prstGeom prst="rect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6742252" y="1897380"/>
            <a:ext cx="507492" cy="211455"/>
          </a:xfrm>
          <a:custGeom>
            <a:avLst/>
            <a:gdLst/>
            <a:ahLst/>
            <a:cxnLst/>
            <a:rect l="l" t="t" r="r" b="b"/>
            <a:pathLst>
              <a:path w="507492" h="211455">
                <a:moveTo>
                  <a:pt x="0" y="0"/>
                </a:moveTo>
                <a:lnTo>
                  <a:pt x="253746" y="211455"/>
                </a:lnTo>
                <a:lnTo>
                  <a:pt x="507492" y="0"/>
                </a:lnTo>
              </a:path>
            </a:pathLst>
          </a:cu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78143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MAIL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78444" y="148132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8542553" y="1823371"/>
            <a:ext cx="507492" cy="465201"/>
          </a:xfrm>
          <a:custGeom>
            <a:avLst/>
            <a:gdLst/>
            <a:ahLst/>
            <a:cxnLst/>
            <a:rect l="l" t="t" r="r" b="b"/>
            <a:pathLst>
              <a:path w="507492" h="465201">
                <a:moveTo>
                  <a:pt x="253746" y="0"/>
                </a:moveTo>
                <a:lnTo>
                  <a:pt x="507492" y="465201"/>
                </a:lnTo>
                <a:lnTo>
                  <a:pt x="0" y="465201"/>
                </a:lnTo>
                <a:close/>
              </a:path>
            </a:pathLst>
          </a:cu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8796299" y="2003108"/>
            <a:ext cx="0" cy="148018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Oval 27"/>
          <p:cNvSpPr/>
          <p:nvPr/>
        </p:nvSpPr>
        <p:spPr>
          <a:xfrm>
            <a:off x="8768810" y="2197646"/>
            <a:ext cx="54978" cy="5497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978444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WARNUNG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778746" y="148132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10385146" y="1897380"/>
            <a:ext cx="422910" cy="338328"/>
          </a:xfrm>
          <a:custGeom>
            <a:avLst/>
            <a:gdLst/>
            <a:ahLst/>
            <a:cxnLst/>
            <a:rect l="l" t="t" r="r" b="b"/>
            <a:pathLst>
              <a:path w="422910" h="338328">
                <a:moveTo>
                  <a:pt x="0" y="190310"/>
                </a:moveTo>
                <a:lnTo>
                  <a:pt x="148018" y="338328"/>
                </a:lnTo>
                <a:lnTo>
                  <a:pt x="422910" y="0"/>
                </a:lnTo>
              </a:path>
            </a:pathLst>
          </a:cu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778746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HAKEN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77240" y="303580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>
            <a:off x="1404785" y="3430715"/>
            <a:ext cx="380619" cy="380619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H="1">
            <a:off x="1404785" y="3430715"/>
            <a:ext cx="380619" cy="380619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777240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KREUZ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577541" y="303580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3395396" y="3409569"/>
            <a:ext cx="0" cy="42291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3183941" y="3621024"/>
            <a:ext cx="422910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2577541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PLUS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77842" y="303580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4963096" y="3515297"/>
            <a:ext cx="338328" cy="338328"/>
          </a:xfrm>
          <a:custGeom>
            <a:avLst/>
            <a:gdLst/>
            <a:ahLst/>
            <a:cxnLst/>
            <a:rect l="l" t="t" r="r" b="b"/>
            <a:pathLst>
              <a:path w="338328" h="338328">
                <a:moveTo>
                  <a:pt x="0" y="0"/>
                </a:moveTo>
                <a:lnTo>
                  <a:pt x="0" y="338328"/>
                </a:lnTo>
                <a:lnTo>
                  <a:pt x="338328" y="338328"/>
                </a:lnTo>
                <a:lnTo>
                  <a:pt x="338328" y="126873"/>
                </a:lnTo>
              </a:path>
            </a:pathLst>
          </a:cu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5216842" y="3388424"/>
            <a:ext cx="211456" cy="211455"/>
          </a:xfrm>
          <a:custGeom>
            <a:avLst/>
            <a:gdLst/>
            <a:ahLst/>
            <a:cxnLst/>
            <a:rect l="l" t="t" r="r" b="b"/>
            <a:pathLst>
              <a:path w="211456" h="211455">
                <a:moveTo>
                  <a:pt x="0" y="0"/>
                </a:moveTo>
                <a:lnTo>
                  <a:pt x="211456" y="0"/>
                </a:lnTo>
                <a:lnTo>
                  <a:pt x="211456" y="211455"/>
                </a:lnTo>
              </a:path>
            </a:pathLst>
          </a:cu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 flipH="1">
            <a:off x="5195697" y="3388424"/>
            <a:ext cx="232601" cy="23260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4377842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EXTERN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178143" y="303580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6890271" y="3367278"/>
            <a:ext cx="211455" cy="391192"/>
          </a:xfrm>
          <a:custGeom>
            <a:avLst/>
            <a:gdLst/>
            <a:ahLst/>
            <a:cxnLst/>
            <a:rect l="l" t="t" r="r" b="b"/>
            <a:pathLst>
              <a:path w="211455" h="391192">
                <a:moveTo>
                  <a:pt x="105727" y="0"/>
                </a:moveTo>
                <a:lnTo>
                  <a:pt x="211455" y="200882"/>
                </a:lnTo>
                <a:lnTo>
                  <a:pt x="211455" y="391192"/>
                </a:lnTo>
                <a:lnTo>
                  <a:pt x="0" y="391192"/>
                </a:lnTo>
                <a:lnTo>
                  <a:pt x="0" y="200882"/>
                </a:lnTo>
                <a:close/>
              </a:path>
            </a:pathLst>
          </a:cu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6795116" y="3642170"/>
            <a:ext cx="95155" cy="179736"/>
          </a:xfrm>
          <a:custGeom>
            <a:avLst/>
            <a:gdLst/>
            <a:ahLst/>
            <a:cxnLst/>
            <a:rect l="l" t="t" r="r" b="b"/>
            <a:pathLst>
              <a:path w="95155" h="179736">
                <a:moveTo>
                  <a:pt x="95155" y="0"/>
                </a:moveTo>
                <a:lnTo>
                  <a:pt x="0" y="179736"/>
                </a:lnTo>
                <a:lnTo>
                  <a:pt x="95155" y="116300"/>
                </a:lnTo>
              </a:path>
            </a:pathLst>
          </a:cu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7101726" y="3642170"/>
            <a:ext cx="95154" cy="179736"/>
          </a:xfrm>
          <a:custGeom>
            <a:avLst/>
            <a:gdLst/>
            <a:ahLst/>
            <a:cxnLst/>
            <a:rect l="l" t="t" r="r" b="b"/>
            <a:pathLst>
              <a:path w="95154" h="179736">
                <a:moveTo>
                  <a:pt x="0" y="0"/>
                </a:moveTo>
                <a:lnTo>
                  <a:pt x="95154" y="179736"/>
                </a:lnTo>
                <a:lnTo>
                  <a:pt x="0" y="116300"/>
                </a:lnTo>
              </a:path>
            </a:pathLst>
          </a:cu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6948421" y="3499437"/>
            <a:ext cx="95155" cy="95155"/>
          </a:xfrm>
          <a:prstGeom prst="ellipse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178143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RAKETE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978444" y="303580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8595417" y="3420142"/>
            <a:ext cx="401765" cy="401764"/>
          </a:xfrm>
          <a:custGeom>
            <a:avLst/>
            <a:gdLst/>
            <a:ahLst/>
            <a:cxnLst/>
            <a:rect l="l" t="t" r="r" b="b"/>
            <a:pathLst>
              <a:path w="401765" h="401764">
                <a:moveTo>
                  <a:pt x="0" y="401764"/>
                </a:moveTo>
                <a:lnTo>
                  <a:pt x="42291" y="274891"/>
                </a:lnTo>
                <a:lnTo>
                  <a:pt x="317183" y="0"/>
                </a:lnTo>
                <a:lnTo>
                  <a:pt x="401765" y="84582"/>
                </a:lnTo>
                <a:lnTo>
                  <a:pt x="126873" y="359473"/>
                </a:lnTo>
                <a:close/>
              </a:path>
            </a:pathLst>
          </a:cu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8870309" y="3462433"/>
            <a:ext cx="84582" cy="84582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7978444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STIFT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778746" y="303580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7" name="Connector 56"/>
          <p:cNvCxnSpPr/>
          <p:nvPr/>
        </p:nvCxnSpPr>
        <p:spPr>
          <a:xfrm>
            <a:off x="10353427" y="3483578"/>
            <a:ext cx="486347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ectangle 57"/>
          <p:cNvSpPr/>
          <p:nvPr/>
        </p:nvSpPr>
        <p:spPr>
          <a:xfrm>
            <a:off x="10427437" y="3483578"/>
            <a:ext cx="338328" cy="370046"/>
          </a:xfrm>
          <a:prstGeom prst="rect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0533164" y="3388424"/>
            <a:ext cx="126873" cy="95155"/>
          </a:xfrm>
          <a:prstGeom prst="rect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10543737" y="3578733"/>
            <a:ext cx="0" cy="179737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10649464" y="3578733"/>
            <a:ext cx="0" cy="179737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9778746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PAPIERKORB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77240" y="459028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1351921" y="4974622"/>
            <a:ext cx="486347" cy="422910"/>
          </a:xfrm>
          <a:custGeom>
            <a:avLst/>
            <a:gdLst/>
            <a:ahLst/>
            <a:cxnLst/>
            <a:rect l="l" t="t" r="r" b="b"/>
            <a:pathLst>
              <a:path w="486347" h="422910">
                <a:moveTo>
                  <a:pt x="0" y="0"/>
                </a:moveTo>
                <a:lnTo>
                  <a:pt x="486347" y="0"/>
                </a:lnTo>
                <a:lnTo>
                  <a:pt x="306610" y="200882"/>
                </a:lnTo>
                <a:lnTo>
                  <a:pt x="306610" y="422910"/>
                </a:lnTo>
                <a:lnTo>
                  <a:pt x="179737" y="338328"/>
                </a:lnTo>
                <a:lnTo>
                  <a:pt x="179737" y="200882"/>
                </a:lnTo>
                <a:close/>
              </a:path>
            </a:pathLst>
          </a:cu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77240" y="582472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FILTER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577541" y="459028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162795" y="4974622"/>
            <a:ext cx="465201" cy="401764"/>
          </a:xfrm>
          <a:prstGeom prst="rect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3395396" y="4974622"/>
            <a:ext cx="0" cy="401764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3236805" y="5090922"/>
            <a:ext cx="95154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3458832" y="5090922"/>
            <a:ext cx="95155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2577541" y="582472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BUCH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377842" y="459028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Freeform 72"/>
          <p:cNvSpPr/>
          <p:nvPr/>
        </p:nvSpPr>
        <p:spPr>
          <a:xfrm>
            <a:off x="5068824" y="5006340"/>
            <a:ext cx="253746" cy="285464"/>
          </a:xfrm>
          <a:custGeom>
            <a:avLst/>
            <a:gdLst/>
            <a:ahLst/>
            <a:cxnLst/>
            <a:rect l="l" t="t" r="r" b="b"/>
            <a:pathLst>
              <a:path w="253746" h="285464">
                <a:moveTo>
                  <a:pt x="0" y="285464"/>
                </a:moveTo>
                <a:lnTo>
                  <a:pt x="0" y="126873"/>
                </a:lnTo>
                <a:lnTo>
                  <a:pt x="126873" y="0"/>
                </a:lnTo>
                <a:lnTo>
                  <a:pt x="253746" y="126873"/>
                </a:lnTo>
                <a:lnTo>
                  <a:pt x="253746" y="285464"/>
                </a:lnTo>
                <a:close/>
              </a:path>
            </a:pathLst>
          </a:cu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>
            <a:off x="4994815" y="5291804"/>
            <a:ext cx="401764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Oval 74"/>
          <p:cNvSpPr/>
          <p:nvPr/>
        </p:nvSpPr>
        <p:spPr>
          <a:xfrm>
            <a:off x="5159750" y="5329866"/>
            <a:ext cx="71895" cy="71895"/>
          </a:xfrm>
          <a:prstGeom prst="ellipse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377842" y="582472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GLOCKE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77240" y="6199632"/>
            <a:ext cx="10637215" cy="1270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77240" y="6309360"/>
            <a:ext cx="480060" cy="130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28">
                <a:solidFill>
                  <a:srgbClr val="555555"/>
                </a:solidFill>
                <a:latin typeface="Zilla Slab"/>
              </a:rPr>
              <a:t>nozilla</a:t>
            </a:r>
            <a:r>
              <a:rPr b="1" sz="1428">
                <a:solidFill>
                  <a:srgbClr val="00FF9C"/>
                </a:solidFill>
                <a:latin typeface="Zilla Slab"/>
              </a:rPr>
              <a:t>.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585655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FFFEE5"/>
                </a:solidFill>
                <a:latin typeface="Space Mono"/>
              </a:rPr>
              <a:t>DIALEKT A · INVERTIERT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42455" y="3840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FFFEE5"/>
                </a:solidFill>
                <a:latin typeface="Space Mono"/>
              </a:rPr>
              <a:t>// AUF TINTE-SCHWARZ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713232"/>
            <a:ext cx="10637215" cy="25400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932688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EE5"/>
                </a:solidFill>
                <a:latin typeface="Zilla Slab"/>
              </a:rPr>
              <a:t>Heavy-Stroke 1/2, invertiert.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48132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362494" y="1833944"/>
            <a:ext cx="190310" cy="190310"/>
          </a:xfrm>
          <a:prstGeom prst="rect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637386" y="1833944"/>
            <a:ext cx="190310" cy="190310"/>
          </a:xfrm>
          <a:prstGeom prst="rect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362494" y="2108835"/>
            <a:ext cx="190310" cy="190310"/>
          </a:xfrm>
          <a:prstGeom prst="rect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637386" y="2108835"/>
            <a:ext cx="190310" cy="190310"/>
          </a:xfrm>
          <a:prstGeom prst="rect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GRID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577541" y="148132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3247377" y="1855089"/>
            <a:ext cx="274892" cy="422910"/>
          </a:xfrm>
          <a:custGeom>
            <a:avLst/>
            <a:gdLst/>
            <a:ahLst/>
            <a:cxnLst/>
            <a:rect l="l" t="t" r="r" b="b"/>
            <a:pathLst>
              <a:path w="274892" h="422910">
                <a:moveTo>
                  <a:pt x="0" y="0"/>
                </a:moveTo>
                <a:lnTo>
                  <a:pt x="0" y="359473"/>
                </a:lnTo>
                <a:lnTo>
                  <a:pt x="95155" y="274891"/>
                </a:lnTo>
                <a:lnTo>
                  <a:pt x="158592" y="422910"/>
                </a:lnTo>
                <a:lnTo>
                  <a:pt x="222028" y="391192"/>
                </a:lnTo>
                <a:lnTo>
                  <a:pt x="158592" y="253746"/>
                </a:lnTo>
                <a:lnTo>
                  <a:pt x="274892" y="253746"/>
                </a:lnTo>
                <a:close/>
              </a:path>
            </a:pathLst>
          </a:cu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77541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CURSOR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77842" y="148132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4984242" y="1855089"/>
            <a:ext cx="422910" cy="422910"/>
          </a:xfrm>
          <a:custGeom>
            <a:avLst/>
            <a:gdLst/>
            <a:ahLst/>
            <a:cxnLst/>
            <a:rect l="l" t="t" r="r" b="b"/>
            <a:pathLst>
              <a:path w="422910" h="422910">
                <a:moveTo>
                  <a:pt x="0" y="0"/>
                </a:moveTo>
                <a:lnTo>
                  <a:pt x="422910" y="0"/>
                </a:lnTo>
                <a:lnTo>
                  <a:pt x="422910" y="422910"/>
                </a:lnTo>
                <a:lnTo>
                  <a:pt x="84582" y="422910"/>
                </a:lnTo>
                <a:lnTo>
                  <a:pt x="84582" y="84582"/>
                </a:lnTo>
                <a:lnTo>
                  <a:pt x="338328" y="84582"/>
                </a:lnTo>
                <a:lnTo>
                  <a:pt x="338328" y="338328"/>
                </a:lnTo>
                <a:lnTo>
                  <a:pt x="169164" y="338328"/>
                </a:lnTo>
                <a:lnTo>
                  <a:pt x="169164" y="169164"/>
                </a:lnTo>
                <a:lnTo>
                  <a:pt x="253746" y="169164"/>
                </a:lnTo>
              </a:path>
            </a:pathLst>
          </a:cu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77842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LABYRINTH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78143" y="148132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742252" y="1855089"/>
            <a:ext cx="507492" cy="422910"/>
          </a:xfrm>
          <a:prstGeom prst="rect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6742252" y="1971389"/>
            <a:ext cx="507492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Freeform 21"/>
          <p:cNvSpPr/>
          <p:nvPr/>
        </p:nvSpPr>
        <p:spPr>
          <a:xfrm>
            <a:off x="6826834" y="2077117"/>
            <a:ext cx="63437" cy="105727"/>
          </a:xfrm>
          <a:custGeom>
            <a:avLst/>
            <a:gdLst/>
            <a:ahLst/>
            <a:cxnLst/>
            <a:rect l="l" t="t" r="r" b="b"/>
            <a:pathLst>
              <a:path w="63437" h="105727">
                <a:moveTo>
                  <a:pt x="0" y="0"/>
                </a:moveTo>
                <a:lnTo>
                  <a:pt x="63437" y="52863"/>
                </a:lnTo>
                <a:lnTo>
                  <a:pt x="0" y="105727"/>
                </a:lnTo>
              </a:path>
            </a:pathLst>
          </a:cu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6953707" y="2182844"/>
            <a:ext cx="148019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178143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TERMINAL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78444" y="148132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8563699" y="1855089"/>
            <a:ext cx="465201" cy="401765"/>
          </a:xfrm>
          <a:custGeom>
            <a:avLst/>
            <a:gdLst/>
            <a:ahLst/>
            <a:cxnLst/>
            <a:rect l="l" t="t" r="r" b="b"/>
            <a:pathLst>
              <a:path w="465201" h="401765">
                <a:moveTo>
                  <a:pt x="0" y="0"/>
                </a:moveTo>
                <a:lnTo>
                  <a:pt x="465201" y="0"/>
                </a:lnTo>
                <a:lnTo>
                  <a:pt x="465201" y="296037"/>
                </a:lnTo>
                <a:lnTo>
                  <a:pt x="169164" y="296037"/>
                </a:lnTo>
                <a:lnTo>
                  <a:pt x="63436" y="401765"/>
                </a:lnTo>
                <a:lnTo>
                  <a:pt x="63436" y="296037"/>
                </a:lnTo>
                <a:lnTo>
                  <a:pt x="0" y="296037"/>
                </a:lnTo>
                <a:close/>
              </a:path>
            </a:pathLst>
          </a:cu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686343" y="1977733"/>
            <a:ext cx="50749" cy="50749"/>
          </a:xfrm>
          <a:prstGeom prst="ellipse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770925" y="1977733"/>
            <a:ext cx="50749" cy="50749"/>
          </a:xfrm>
          <a:prstGeom prst="ellipse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855507" y="1977733"/>
            <a:ext cx="50749" cy="50749"/>
          </a:xfrm>
          <a:prstGeom prst="ellipse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78444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CHAT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778746" y="148132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10342855" y="1812798"/>
            <a:ext cx="507492" cy="507492"/>
          </a:xfrm>
          <a:custGeom>
            <a:avLst/>
            <a:gdLst/>
            <a:ahLst/>
            <a:cxnLst/>
            <a:rect l="l" t="t" r="r" b="b"/>
            <a:pathLst>
              <a:path w="507492" h="507492">
                <a:moveTo>
                  <a:pt x="253746" y="0"/>
                </a:moveTo>
                <a:lnTo>
                  <a:pt x="306609" y="200882"/>
                </a:lnTo>
                <a:lnTo>
                  <a:pt x="507492" y="253746"/>
                </a:lnTo>
                <a:lnTo>
                  <a:pt x="306609" y="306610"/>
                </a:lnTo>
                <a:lnTo>
                  <a:pt x="253746" y="507492"/>
                </a:lnTo>
                <a:lnTo>
                  <a:pt x="200882" y="306610"/>
                </a:lnTo>
                <a:lnTo>
                  <a:pt x="0" y="253746"/>
                </a:lnTo>
                <a:lnTo>
                  <a:pt x="200882" y="200882"/>
                </a:lnTo>
                <a:close/>
              </a:path>
            </a:pathLst>
          </a:custGeom>
          <a:solidFill>
            <a:srgbClr val="00FF9C"/>
          </a:solidFill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778746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SPARK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77240" y="303580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5" name="Connector 34"/>
          <p:cNvCxnSpPr/>
          <p:nvPr/>
        </p:nvCxnSpPr>
        <p:spPr>
          <a:xfrm>
            <a:off x="1362494" y="3621024"/>
            <a:ext cx="422910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Freeform 35"/>
          <p:cNvSpPr/>
          <p:nvPr/>
        </p:nvSpPr>
        <p:spPr>
          <a:xfrm>
            <a:off x="1658531" y="3494151"/>
            <a:ext cx="148019" cy="253746"/>
          </a:xfrm>
          <a:custGeom>
            <a:avLst/>
            <a:gdLst/>
            <a:ahLst/>
            <a:cxnLst/>
            <a:rect l="l" t="t" r="r" b="b"/>
            <a:pathLst>
              <a:path w="148019" h="253746">
                <a:moveTo>
                  <a:pt x="0" y="0"/>
                </a:moveTo>
                <a:lnTo>
                  <a:pt x="148019" y="126873"/>
                </a:lnTo>
                <a:lnTo>
                  <a:pt x="0" y="253746"/>
                </a:lnTo>
              </a:path>
            </a:pathLst>
          </a:cu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77240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PFEIL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77541" y="303580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289668" y="3409569"/>
            <a:ext cx="211455" cy="211455"/>
          </a:xfrm>
          <a:prstGeom prst="ellipse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3205086" y="3695033"/>
            <a:ext cx="380619" cy="137446"/>
          </a:xfrm>
          <a:custGeom>
            <a:avLst/>
            <a:gdLst/>
            <a:ahLst/>
            <a:cxnLst/>
            <a:rect l="l" t="t" r="r" b="b"/>
            <a:pathLst>
              <a:path w="380619" h="137446">
                <a:moveTo>
                  <a:pt x="0" y="137446"/>
                </a:moveTo>
                <a:lnTo>
                  <a:pt x="42291" y="42291"/>
                </a:lnTo>
                <a:lnTo>
                  <a:pt x="190310" y="0"/>
                </a:lnTo>
                <a:lnTo>
                  <a:pt x="338328" y="42291"/>
                </a:lnTo>
                <a:lnTo>
                  <a:pt x="380619" y="137446"/>
                </a:lnTo>
              </a:path>
            </a:pathLst>
          </a:cu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577541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PERSON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377842" y="303580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5037106" y="3462433"/>
            <a:ext cx="317182" cy="317182"/>
          </a:xfrm>
          <a:prstGeom prst="ellipse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5142833" y="3568160"/>
            <a:ext cx="105728" cy="105728"/>
          </a:xfrm>
          <a:prstGeom prst="ellipse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5354288" y="3621024"/>
            <a:ext cx="63437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5195697" y="3779615"/>
            <a:ext cx="0" cy="63437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H="1">
            <a:off x="4973669" y="3621024"/>
            <a:ext cx="63437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5195697" y="3398996"/>
            <a:ext cx="0" cy="63437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5307768" y="3733095"/>
            <a:ext cx="46520" cy="4652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>
            <a:off x="5037106" y="3733095"/>
            <a:ext cx="46520" cy="4652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 flipV="1">
            <a:off x="5037106" y="3462433"/>
            <a:ext cx="46520" cy="4652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5307768" y="3462433"/>
            <a:ext cx="46520" cy="4652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4377842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ZAHNRAD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178143" y="303580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6763398" y="3494151"/>
            <a:ext cx="465201" cy="296037"/>
          </a:xfrm>
          <a:custGeom>
            <a:avLst/>
            <a:gdLst/>
            <a:ahLst/>
            <a:cxnLst/>
            <a:rect l="l" t="t" r="r" b="b"/>
            <a:pathLst>
              <a:path w="465201" h="296037">
                <a:moveTo>
                  <a:pt x="0" y="0"/>
                </a:moveTo>
                <a:lnTo>
                  <a:pt x="169164" y="0"/>
                </a:lnTo>
                <a:lnTo>
                  <a:pt x="222027" y="63437"/>
                </a:lnTo>
                <a:lnTo>
                  <a:pt x="465201" y="63437"/>
                </a:lnTo>
                <a:lnTo>
                  <a:pt x="465201" y="296037"/>
                </a:lnTo>
                <a:lnTo>
                  <a:pt x="0" y="296037"/>
                </a:lnTo>
                <a:close/>
              </a:path>
            </a:pathLst>
          </a:cu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178143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ORDNER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978444" y="303580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8648281" y="3409569"/>
            <a:ext cx="296037" cy="296037"/>
          </a:xfrm>
          <a:prstGeom prst="ellipse">
            <a:avLst/>
          </a:prstGeom>
          <a:solidFill>
            <a:srgbClr val="00FF9C"/>
          </a:solidFill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9" name="Connector 58"/>
          <p:cNvCxnSpPr/>
          <p:nvPr/>
        </p:nvCxnSpPr>
        <p:spPr>
          <a:xfrm>
            <a:off x="8711717" y="3747897"/>
            <a:ext cx="169164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8732863" y="3811334"/>
            <a:ext cx="126873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7978444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GLÜHBIRNE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778746" y="303580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10385146" y="3473006"/>
            <a:ext cx="126873" cy="296037"/>
          </a:xfrm>
          <a:custGeom>
            <a:avLst/>
            <a:gdLst/>
            <a:ahLst/>
            <a:cxnLst/>
            <a:rect l="l" t="t" r="r" b="b"/>
            <a:pathLst>
              <a:path w="126873" h="296037">
                <a:moveTo>
                  <a:pt x="126873" y="0"/>
                </a:moveTo>
                <a:lnTo>
                  <a:pt x="0" y="148018"/>
                </a:lnTo>
                <a:lnTo>
                  <a:pt x="126873" y="296037"/>
                </a:lnTo>
              </a:path>
            </a:pathLst>
          </a:cu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10681183" y="3473006"/>
            <a:ext cx="126873" cy="296037"/>
          </a:xfrm>
          <a:custGeom>
            <a:avLst/>
            <a:gdLst/>
            <a:ahLst/>
            <a:cxnLst/>
            <a:rect l="l" t="t" r="r" b="b"/>
            <a:pathLst>
              <a:path w="126873" h="296037">
                <a:moveTo>
                  <a:pt x="0" y="0"/>
                </a:moveTo>
                <a:lnTo>
                  <a:pt x="126873" y="148018"/>
                </a:lnTo>
                <a:lnTo>
                  <a:pt x="0" y="296037"/>
                </a:lnTo>
              </a:path>
            </a:pathLst>
          </a:cu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5" name="Connector 64"/>
          <p:cNvCxnSpPr/>
          <p:nvPr/>
        </p:nvCxnSpPr>
        <p:spPr>
          <a:xfrm flipH="1">
            <a:off x="10554310" y="3430715"/>
            <a:ext cx="84582" cy="380619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9778746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CODE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77240" y="459028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51921" y="5006340"/>
            <a:ext cx="486346" cy="401764"/>
          </a:xfrm>
          <a:prstGeom prst="rect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9" name="Connector 68"/>
          <p:cNvCxnSpPr/>
          <p:nvPr/>
        </p:nvCxnSpPr>
        <p:spPr>
          <a:xfrm>
            <a:off x="1351921" y="5122640"/>
            <a:ext cx="486347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1478794" y="4942903"/>
            <a:ext cx="0" cy="105728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1711395" y="4942903"/>
            <a:ext cx="0" cy="105728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Rectangle 71"/>
          <p:cNvSpPr/>
          <p:nvPr/>
        </p:nvSpPr>
        <p:spPr>
          <a:xfrm>
            <a:off x="1447076" y="5196649"/>
            <a:ext cx="63436" cy="63436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1573949" y="5196649"/>
            <a:ext cx="63436" cy="63436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700822" y="5196649"/>
            <a:ext cx="63436" cy="63436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447076" y="5302377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777240" y="582472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KALENDER</a:t>
            </a:r>
          </a:p>
        </p:txBody>
      </p:sp>
      <p:sp>
        <p:nvSpPr>
          <p:cNvPr id="77" name="Rectangle 76"/>
          <p:cNvSpPr/>
          <p:nvPr/>
        </p:nvSpPr>
        <p:spPr>
          <a:xfrm>
            <a:off x="2577541" y="459028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3173368" y="4953476"/>
            <a:ext cx="444056" cy="444056"/>
          </a:xfrm>
          <a:prstGeom prst="ellipse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9" name="Connector 78"/>
          <p:cNvCxnSpPr/>
          <p:nvPr/>
        </p:nvCxnSpPr>
        <p:spPr>
          <a:xfrm flipV="1">
            <a:off x="3395396" y="5038058"/>
            <a:ext cx="0" cy="137446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3395396" y="5175504"/>
            <a:ext cx="116300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2577541" y="582472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UHR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377842" y="459028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3" name="Connector 82"/>
          <p:cNvCxnSpPr/>
          <p:nvPr/>
        </p:nvCxnSpPr>
        <p:spPr>
          <a:xfrm>
            <a:off x="4984242" y="4964049"/>
            <a:ext cx="0" cy="42291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4984242" y="5386959"/>
            <a:ext cx="444056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Rectangle 84"/>
          <p:cNvSpPr/>
          <p:nvPr/>
        </p:nvSpPr>
        <p:spPr>
          <a:xfrm>
            <a:off x="5058251" y="5196649"/>
            <a:ext cx="95155" cy="190310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5195697" y="5112067"/>
            <a:ext cx="95155" cy="274892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5333143" y="5006340"/>
            <a:ext cx="95155" cy="380619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4377842" y="582472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DIAGRAMM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178143" y="459028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6773970" y="4953476"/>
            <a:ext cx="444056" cy="444056"/>
          </a:xfrm>
          <a:prstGeom prst="ellipse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6879698" y="5059204"/>
            <a:ext cx="232600" cy="232600"/>
          </a:xfrm>
          <a:prstGeom prst="ellipse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6948421" y="5127927"/>
            <a:ext cx="95155" cy="95155"/>
          </a:xfrm>
          <a:prstGeom prst="ellipse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6178143" y="582472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ZIEL</a:t>
            </a:r>
          </a:p>
        </p:txBody>
      </p:sp>
      <p:sp>
        <p:nvSpPr>
          <p:cNvPr id="94" name="Rectangle 93"/>
          <p:cNvSpPr/>
          <p:nvPr/>
        </p:nvSpPr>
        <p:spPr>
          <a:xfrm>
            <a:off x="7978444" y="459028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8595417" y="5143786"/>
            <a:ext cx="401764" cy="264319"/>
          </a:xfrm>
          <a:prstGeom prst="rect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Freeform 95"/>
          <p:cNvSpPr/>
          <p:nvPr/>
        </p:nvSpPr>
        <p:spPr>
          <a:xfrm>
            <a:off x="8690572" y="4974622"/>
            <a:ext cx="211455" cy="169164"/>
          </a:xfrm>
          <a:custGeom>
            <a:avLst/>
            <a:gdLst/>
            <a:ahLst/>
            <a:cxnLst/>
            <a:rect l="l" t="t" r="r" b="b"/>
            <a:pathLst>
              <a:path w="211455" h="169164">
                <a:moveTo>
                  <a:pt x="0" y="169164"/>
                </a:moveTo>
                <a:lnTo>
                  <a:pt x="0" y="74009"/>
                </a:lnTo>
                <a:lnTo>
                  <a:pt x="105727" y="0"/>
                </a:lnTo>
                <a:lnTo>
                  <a:pt x="211455" y="74009"/>
                </a:lnTo>
                <a:lnTo>
                  <a:pt x="211455" y="169164"/>
                </a:lnTo>
              </a:path>
            </a:pathLst>
          </a:cu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8759295" y="5233654"/>
            <a:ext cx="74009" cy="74009"/>
          </a:xfrm>
          <a:prstGeom prst="ellipse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7978444" y="582472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SCHLOSS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9778746" y="459028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0353427" y="4964049"/>
            <a:ext cx="486346" cy="148018"/>
          </a:xfrm>
          <a:prstGeom prst="rect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0353427" y="5154358"/>
            <a:ext cx="486346" cy="148018"/>
          </a:xfrm>
          <a:prstGeom prst="rect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0416864" y="5016913"/>
            <a:ext cx="52864" cy="42291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0416864" y="5207222"/>
            <a:ext cx="52864" cy="42291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4" name="Connector 103"/>
          <p:cNvCxnSpPr/>
          <p:nvPr/>
        </p:nvCxnSpPr>
        <p:spPr>
          <a:xfrm>
            <a:off x="10353427" y="5365813"/>
            <a:ext cx="486347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TextBox 104"/>
          <p:cNvSpPr txBox="1"/>
          <p:nvPr/>
        </p:nvSpPr>
        <p:spPr>
          <a:xfrm>
            <a:off x="9778746" y="582472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SERVER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777240" y="6199632"/>
            <a:ext cx="10637215" cy="12700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777240" y="6309360"/>
            <a:ext cx="480060" cy="130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28">
                <a:solidFill>
                  <a:srgbClr val="FFFEE5"/>
                </a:solidFill>
                <a:latin typeface="Zilla Slab"/>
              </a:rPr>
              <a:t>nozilla</a:t>
            </a:r>
            <a:r>
              <a:rPr b="1" sz="1428">
                <a:solidFill>
                  <a:srgbClr val="00FF9C"/>
                </a:solidFill>
                <a:latin typeface="Zilla Slab"/>
              </a:rPr>
              <a:t>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FFFEE5"/>
                </a:solidFill>
                <a:latin typeface="Space Mono"/>
              </a:rPr>
              <a:t>DIALEKT A · INVERTIERT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42455" y="3840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FFFEE5"/>
                </a:solidFill>
                <a:latin typeface="Space Mono"/>
              </a:rPr>
              <a:t>// AUF TINTE-SCHWARZ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713232"/>
            <a:ext cx="10637215" cy="25400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932688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EE5"/>
                </a:solidFill>
                <a:latin typeface="Zilla Slab"/>
              </a:rPr>
              <a:t>Heavy-Stroke 2/2, invertiert.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48132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468222" y="1812798"/>
            <a:ext cx="253746" cy="507492"/>
          </a:xfrm>
          <a:prstGeom prst="rect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1542231" y="1886807"/>
            <a:ext cx="105727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531658" y="2246281"/>
            <a:ext cx="126873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77240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MOBIL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77541" y="148132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141650" y="1855089"/>
            <a:ext cx="507492" cy="327755"/>
          </a:xfrm>
          <a:prstGeom prst="rect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3395396" y="2182844"/>
            <a:ext cx="0" cy="95155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289668" y="2277999"/>
            <a:ext cx="211455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2577541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MONITOR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77842" y="148132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005388" y="1876234"/>
            <a:ext cx="296037" cy="296037"/>
          </a:xfrm>
          <a:prstGeom prst="ellipse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5259134" y="2129980"/>
            <a:ext cx="158591" cy="158592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377842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SUCHE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78143" y="148132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742252" y="1897380"/>
            <a:ext cx="507492" cy="338328"/>
          </a:xfrm>
          <a:prstGeom prst="rect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6742252" y="1897380"/>
            <a:ext cx="507492" cy="211455"/>
          </a:xfrm>
          <a:custGeom>
            <a:avLst/>
            <a:gdLst/>
            <a:ahLst/>
            <a:cxnLst/>
            <a:rect l="l" t="t" r="r" b="b"/>
            <a:pathLst>
              <a:path w="507492" h="211455">
                <a:moveTo>
                  <a:pt x="0" y="0"/>
                </a:moveTo>
                <a:lnTo>
                  <a:pt x="253746" y="211455"/>
                </a:lnTo>
                <a:lnTo>
                  <a:pt x="507492" y="0"/>
                </a:lnTo>
              </a:path>
            </a:pathLst>
          </a:cu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78143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MAIL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78444" y="148132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8542553" y="1823371"/>
            <a:ext cx="507492" cy="465201"/>
          </a:xfrm>
          <a:custGeom>
            <a:avLst/>
            <a:gdLst/>
            <a:ahLst/>
            <a:cxnLst/>
            <a:rect l="l" t="t" r="r" b="b"/>
            <a:pathLst>
              <a:path w="507492" h="465201">
                <a:moveTo>
                  <a:pt x="253746" y="0"/>
                </a:moveTo>
                <a:lnTo>
                  <a:pt x="507492" y="465201"/>
                </a:lnTo>
                <a:lnTo>
                  <a:pt x="0" y="465201"/>
                </a:lnTo>
                <a:close/>
              </a:path>
            </a:pathLst>
          </a:cu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8796299" y="2003108"/>
            <a:ext cx="0" cy="148018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Oval 27"/>
          <p:cNvSpPr/>
          <p:nvPr/>
        </p:nvSpPr>
        <p:spPr>
          <a:xfrm>
            <a:off x="8768810" y="2197646"/>
            <a:ext cx="54978" cy="54978"/>
          </a:xfrm>
          <a:prstGeom prst="ellipse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978444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WARNUNG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778746" y="148132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10385146" y="1897380"/>
            <a:ext cx="422910" cy="338328"/>
          </a:xfrm>
          <a:custGeom>
            <a:avLst/>
            <a:gdLst/>
            <a:ahLst/>
            <a:cxnLst/>
            <a:rect l="l" t="t" r="r" b="b"/>
            <a:pathLst>
              <a:path w="422910" h="338328">
                <a:moveTo>
                  <a:pt x="0" y="190310"/>
                </a:moveTo>
                <a:lnTo>
                  <a:pt x="148018" y="338328"/>
                </a:lnTo>
                <a:lnTo>
                  <a:pt x="422910" y="0"/>
                </a:lnTo>
              </a:path>
            </a:pathLst>
          </a:cu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778746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HAKEN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77240" y="303580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>
            <a:off x="1404785" y="3430715"/>
            <a:ext cx="380619" cy="380619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H="1">
            <a:off x="1404785" y="3430715"/>
            <a:ext cx="380619" cy="380619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777240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KREUZ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577541" y="303580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3395396" y="3409569"/>
            <a:ext cx="0" cy="42291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3183941" y="3621024"/>
            <a:ext cx="422910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2577541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PLUS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77842" y="303580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4963096" y="3515297"/>
            <a:ext cx="338328" cy="338328"/>
          </a:xfrm>
          <a:custGeom>
            <a:avLst/>
            <a:gdLst/>
            <a:ahLst/>
            <a:cxnLst/>
            <a:rect l="l" t="t" r="r" b="b"/>
            <a:pathLst>
              <a:path w="338328" h="338328">
                <a:moveTo>
                  <a:pt x="0" y="0"/>
                </a:moveTo>
                <a:lnTo>
                  <a:pt x="0" y="338328"/>
                </a:lnTo>
                <a:lnTo>
                  <a:pt x="338328" y="338328"/>
                </a:lnTo>
                <a:lnTo>
                  <a:pt x="338328" y="126873"/>
                </a:lnTo>
              </a:path>
            </a:pathLst>
          </a:cu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5216842" y="3388424"/>
            <a:ext cx="211456" cy="211455"/>
          </a:xfrm>
          <a:custGeom>
            <a:avLst/>
            <a:gdLst/>
            <a:ahLst/>
            <a:cxnLst/>
            <a:rect l="l" t="t" r="r" b="b"/>
            <a:pathLst>
              <a:path w="211456" h="211455">
                <a:moveTo>
                  <a:pt x="0" y="0"/>
                </a:moveTo>
                <a:lnTo>
                  <a:pt x="211456" y="0"/>
                </a:lnTo>
                <a:lnTo>
                  <a:pt x="211456" y="211455"/>
                </a:lnTo>
              </a:path>
            </a:pathLst>
          </a:cu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 flipH="1">
            <a:off x="5195697" y="3388424"/>
            <a:ext cx="232601" cy="23260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4377842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EXTERN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178143" y="303580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6890271" y="3367278"/>
            <a:ext cx="211455" cy="391192"/>
          </a:xfrm>
          <a:custGeom>
            <a:avLst/>
            <a:gdLst/>
            <a:ahLst/>
            <a:cxnLst/>
            <a:rect l="l" t="t" r="r" b="b"/>
            <a:pathLst>
              <a:path w="211455" h="391192">
                <a:moveTo>
                  <a:pt x="105727" y="0"/>
                </a:moveTo>
                <a:lnTo>
                  <a:pt x="211455" y="200882"/>
                </a:lnTo>
                <a:lnTo>
                  <a:pt x="211455" y="391192"/>
                </a:lnTo>
                <a:lnTo>
                  <a:pt x="0" y="391192"/>
                </a:lnTo>
                <a:lnTo>
                  <a:pt x="0" y="200882"/>
                </a:lnTo>
                <a:close/>
              </a:path>
            </a:pathLst>
          </a:cu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6795116" y="3642170"/>
            <a:ext cx="95155" cy="179736"/>
          </a:xfrm>
          <a:custGeom>
            <a:avLst/>
            <a:gdLst/>
            <a:ahLst/>
            <a:cxnLst/>
            <a:rect l="l" t="t" r="r" b="b"/>
            <a:pathLst>
              <a:path w="95155" h="179736">
                <a:moveTo>
                  <a:pt x="95155" y="0"/>
                </a:moveTo>
                <a:lnTo>
                  <a:pt x="0" y="179736"/>
                </a:lnTo>
                <a:lnTo>
                  <a:pt x="95155" y="116300"/>
                </a:lnTo>
              </a:path>
            </a:pathLst>
          </a:cu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7101726" y="3642170"/>
            <a:ext cx="95154" cy="179736"/>
          </a:xfrm>
          <a:custGeom>
            <a:avLst/>
            <a:gdLst/>
            <a:ahLst/>
            <a:cxnLst/>
            <a:rect l="l" t="t" r="r" b="b"/>
            <a:pathLst>
              <a:path w="95154" h="179736">
                <a:moveTo>
                  <a:pt x="0" y="0"/>
                </a:moveTo>
                <a:lnTo>
                  <a:pt x="95154" y="179736"/>
                </a:lnTo>
                <a:lnTo>
                  <a:pt x="0" y="116300"/>
                </a:lnTo>
              </a:path>
            </a:pathLst>
          </a:cu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6948421" y="3499437"/>
            <a:ext cx="95155" cy="95155"/>
          </a:xfrm>
          <a:prstGeom prst="ellipse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178143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RAKETE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978444" y="303580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8595417" y="3420142"/>
            <a:ext cx="401765" cy="401764"/>
          </a:xfrm>
          <a:custGeom>
            <a:avLst/>
            <a:gdLst/>
            <a:ahLst/>
            <a:cxnLst/>
            <a:rect l="l" t="t" r="r" b="b"/>
            <a:pathLst>
              <a:path w="401765" h="401764">
                <a:moveTo>
                  <a:pt x="0" y="401764"/>
                </a:moveTo>
                <a:lnTo>
                  <a:pt x="42291" y="274891"/>
                </a:lnTo>
                <a:lnTo>
                  <a:pt x="317183" y="0"/>
                </a:lnTo>
                <a:lnTo>
                  <a:pt x="401765" y="84582"/>
                </a:lnTo>
                <a:lnTo>
                  <a:pt x="126873" y="359473"/>
                </a:lnTo>
                <a:close/>
              </a:path>
            </a:pathLst>
          </a:cu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8870309" y="3462433"/>
            <a:ext cx="84582" cy="84582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7978444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STIFT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778746" y="303580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7" name="Connector 56"/>
          <p:cNvCxnSpPr/>
          <p:nvPr/>
        </p:nvCxnSpPr>
        <p:spPr>
          <a:xfrm>
            <a:off x="10353427" y="3483578"/>
            <a:ext cx="486347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ectangle 57"/>
          <p:cNvSpPr/>
          <p:nvPr/>
        </p:nvSpPr>
        <p:spPr>
          <a:xfrm>
            <a:off x="10427437" y="3483578"/>
            <a:ext cx="338328" cy="370046"/>
          </a:xfrm>
          <a:prstGeom prst="rect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0533164" y="3388424"/>
            <a:ext cx="126873" cy="95155"/>
          </a:xfrm>
          <a:prstGeom prst="rect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10543737" y="3578733"/>
            <a:ext cx="0" cy="179737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10649464" y="3578733"/>
            <a:ext cx="0" cy="179737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9778746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PAPIERKORB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77240" y="459028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1351921" y="4974622"/>
            <a:ext cx="486347" cy="422910"/>
          </a:xfrm>
          <a:custGeom>
            <a:avLst/>
            <a:gdLst/>
            <a:ahLst/>
            <a:cxnLst/>
            <a:rect l="l" t="t" r="r" b="b"/>
            <a:pathLst>
              <a:path w="486347" h="422910">
                <a:moveTo>
                  <a:pt x="0" y="0"/>
                </a:moveTo>
                <a:lnTo>
                  <a:pt x="486347" y="0"/>
                </a:lnTo>
                <a:lnTo>
                  <a:pt x="306610" y="200882"/>
                </a:lnTo>
                <a:lnTo>
                  <a:pt x="306610" y="422910"/>
                </a:lnTo>
                <a:lnTo>
                  <a:pt x="179737" y="338328"/>
                </a:lnTo>
                <a:lnTo>
                  <a:pt x="179737" y="200882"/>
                </a:lnTo>
                <a:close/>
              </a:path>
            </a:pathLst>
          </a:cu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77240" y="582472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FILTER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577541" y="459028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162795" y="4974622"/>
            <a:ext cx="465201" cy="401764"/>
          </a:xfrm>
          <a:prstGeom prst="rect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3395396" y="4974622"/>
            <a:ext cx="0" cy="401764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3236805" y="5090922"/>
            <a:ext cx="95154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3458832" y="5090922"/>
            <a:ext cx="95155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2577541" y="582472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BUCH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377842" y="459028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Freeform 72"/>
          <p:cNvSpPr/>
          <p:nvPr/>
        </p:nvSpPr>
        <p:spPr>
          <a:xfrm>
            <a:off x="5068824" y="5006340"/>
            <a:ext cx="253746" cy="285464"/>
          </a:xfrm>
          <a:custGeom>
            <a:avLst/>
            <a:gdLst/>
            <a:ahLst/>
            <a:cxnLst/>
            <a:rect l="l" t="t" r="r" b="b"/>
            <a:pathLst>
              <a:path w="253746" h="285464">
                <a:moveTo>
                  <a:pt x="0" y="285464"/>
                </a:moveTo>
                <a:lnTo>
                  <a:pt x="0" y="126873"/>
                </a:lnTo>
                <a:lnTo>
                  <a:pt x="126873" y="0"/>
                </a:lnTo>
                <a:lnTo>
                  <a:pt x="253746" y="126873"/>
                </a:lnTo>
                <a:lnTo>
                  <a:pt x="253746" y="285464"/>
                </a:lnTo>
                <a:close/>
              </a:path>
            </a:pathLst>
          </a:cu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>
            <a:off x="4994815" y="5291804"/>
            <a:ext cx="401764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Oval 74"/>
          <p:cNvSpPr/>
          <p:nvPr/>
        </p:nvSpPr>
        <p:spPr>
          <a:xfrm>
            <a:off x="5159750" y="5329866"/>
            <a:ext cx="71895" cy="71895"/>
          </a:xfrm>
          <a:prstGeom prst="ellipse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377842" y="582472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GLOCKE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77240" y="6199632"/>
            <a:ext cx="10637215" cy="12700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77240" y="6309360"/>
            <a:ext cx="480060" cy="130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28">
                <a:solidFill>
                  <a:srgbClr val="FFFEE5"/>
                </a:solidFill>
                <a:latin typeface="Zilla Slab"/>
              </a:rPr>
              <a:t>nozilla</a:t>
            </a:r>
            <a:r>
              <a:rPr b="1" sz="1428">
                <a:solidFill>
                  <a:srgbClr val="00FF9C"/>
                </a:solidFill>
                <a:latin typeface="Zilla Slab"/>
              </a:rPr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DIALEKT B · PIXEL-ART &amp; WORTMARKE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42455" y="3840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// GUTE DIGITALE DIENSTE.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713232"/>
            <a:ext cx="1063721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932688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00000"/>
                </a:solidFill>
                <a:latin typeface="Zilla Slab"/>
              </a:rPr>
              <a:t>Pixel-Art.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554480"/>
            <a:ext cx="1828800" cy="1783080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948815" y="1951672"/>
            <a:ext cx="71438" cy="71438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020252" y="1951672"/>
            <a:ext cx="71438" cy="71438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877378" y="2023110"/>
            <a:ext cx="71438" cy="71438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948815" y="2023110"/>
            <a:ext cx="71438" cy="71438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020252" y="2023110"/>
            <a:ext cx="71438" cy="71438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805940" y="2094548"/>
            <a:ext cx="71438" cy="71438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877378" y="2094548"/>
            <a:ext cx="71438" cy="71438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948815" y="2094548"/>
            <a:ext cx="71438" cy="71438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34502" y="2165985"/>
            <a:ext cx="71438" cy="71438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805940" y="2165985"/>
            <a:ext cx="71438" cy="71438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877378" y="2165985"/>
            <a:ext cx="71438" cy="71438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663065" y="2237422"/>
            <a:ext cx="71438" cy="71438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734502" y="2237422"/>
            <a:ext cx="71438" cy="71438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805940" y="2237422"/>
            <a:ext cx="71438" cy="71438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591628" y="2308860"/>
            <a:ext cx="71438" cy="71438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663065" y="2308860"/>
            <a:ext cx="71438" cy="71438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734502" y="2308860"/>
            <a:ext cx="71438" cy="71438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520190" y="2380298"/>
            <a:ext cx="71438" cy="71438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591628" y="2380298"/>
            <a:ext cx="71438" cy="71438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663065" y="2380298"/>
            <a:ext cx="71438" cy="71438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448752" y="2451735"/>
            <a:ext cx="71438" cy="71438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0190" y="2451735"/>
            <a:ext cx="71438" cy="71438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591628" y="2451735"/>
            <a:ext cx="71438" cy="71438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448752" y="2523172"/>
            <a:ext cx="71438" cy="71438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520190" y="2523172"/>
            <a:ext cx="71438" cy="71438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948815" y="2023110"/>
            <a:ext cx="71438" cy="71438"/>
          </a:xfrm>
          <a:prstGeom prst="rect">
            <a:avLst/>
          </a:prstGeom>
          <a:solidFill>
            <a:srgbClr val="00C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805940" y="2165985"/>
            <a:ext cx="71438" cy="71438"/>
          </a:xfrm>
          <a:prstGeom prst="rect">
            <a:avLst/>
          </a:prstGeom>
          <a:solidFill>
            <a:srgbClr val="00C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663065" y="2308860"/>
            <a:ext cx="71438" cy="71438"/>
          </a:xfrm>
          <a:prstGeom prst="rect">
            <a:avLst/>
          </a:prstGeom>
          <a:solidFill>
            <a:srgbClr val="00C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520190" y="2451735"/>
            <a:ext cx="71438" cy="71438"/>
          </a:xfrm>
          <a:prstGeom prst="rect">
            <a:avLst/>
          </a:prstGeom>
          <a:solidFill>
            <a:srgbClr val="00C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020252" y="1951672"/>
            <a:ext cx="71438" cy="71438"/>
          </a:xfrm>
          <a:prstGeom prst="rect">
            <a:avLst/>
          </a:prstGeom>
          <a:solidFill>
            <a:srgbClr val="B7F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877378" y="2094548"/>
            <a:ext cx="71438" cy="71438"/>
          </a:xfrm>
          <a:prstGeom prst="rect">
            <a:avLst/>
          </a:prstGeom>
          <a:solidFill>
            <a:srgbClr val="B7F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448752" y="2523172"/>
            <a:ext cx="71438" cy="7143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77240" y="303580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PIXEL-GURKE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880360" y="1554480"/>
            <a:ext cx="1828800" cy="1783080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534013" y="1880235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641169" y="1880235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069794" y="1880235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176951" y="1880235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426857" y="1987391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534013" y="1987391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641169" y="1987391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748326" y="1987391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962638" y="1987391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069794" y="1987391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176951" y="1987391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284107" y="1987391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426857" y="2094548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3534013" y="2094548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3641169" y="2094548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748326" y="2094548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3855482" y="2094548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962638" y="2094548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069794" y="2094548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76951" y="2094548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4284107" y="2094548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3426857" y="220170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3534013" y="220170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3641169" y="220170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3748326" y="220170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855482" y="220170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3962638" y="220170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069794" y="220170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4176951" y="220170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4284107" y="220170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3534013" y="2308860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3641169" y="2308860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3748326" y="2308860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3855482" y="2308860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962638" y="2308860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4069794" y="2308860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4176951" y="2308860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3641169" y="241601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3748326" y="241601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3855482" y="241601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3962638" y="241601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069794" y="241601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3748326" y="2523172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3855482" y="2523172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3962638" y="2523172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3855482" y="2630329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2880360" y="303580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PIXEL-HERZ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983479" y="1554480"/>
            <a:ext cx="1828800" cy="1783080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5958602" y="1880235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5851446" y="1987391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5958602" y="1987391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6065758" y="1987391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5529977" y="2094548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5637133" y="2094548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5744289" y="2094548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5851446" y="2094548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5958602" y="2094548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6065758" y="2094548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6172914" y="2094548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6280071" y="2094548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6387227" y="2094548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5637133" y="220170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5744289" y="220170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5851446" y="220170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5958602" y="220170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6065758" y="220170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6172914" y="220170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6280071" y="220170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5744289" y="2308860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5851446" y="2308860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5958602" y="2308860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6065758" y="2308860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6172914" y="2308860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5637133" y="241601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5744289" y="241601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5851446" y="241601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6065758" y="241601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6172914" y="241601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6280071" y="241601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5529977" y="2523172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5637133" y="2523172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6280071" y="2523172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6387227" y="2523172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4983479" y="303580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PIXEL-STERN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7086599" y="1554480"/>
            <a:ext cx="1828800" cy="1783080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7686675" y="191595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7793831" y="191595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7900988" y="191595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8008144" y="191595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8115300" y="191595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8222456" y="191595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8329612" y="191595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8436769" y="191595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7686675" y="2023110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7793831" y="2023110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7900988" y="2023110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8008144" y="2023110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8115300" y="2023110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8222456" y="2023110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8329612" y="2023110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8436769" y="2023110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7686675" y="213026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7793831" y="213026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7900988" y="213026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8008144" y="213026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8115300" y="213026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8222456" y="213026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8329612" y="213026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8436769" y="213026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7686675" y="2237422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7793831" y="2237422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7900988" y="2237422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8008144" y="2237422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8115300" y="2237422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8222456" y="2237422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8329612" y="2237422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8436769" y="2237422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7686675" y="2344579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7793831" y="2344579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7900988" y="2344579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8008144" y="2344579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8115300" y="2344579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8222456" y="2344579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8329612" y="2344579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8436769" y="2344579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7686675" y="2451735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7793831" y="2451735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7900988" y="2451735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8008144" y="2451735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8115300" y="2451735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8222456" y="2451735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8329612" y="2451735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8436769" y="2451735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7686675" y="2558891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7793831" y="2558891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7900988" y="2558891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8008144" y="2558891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8115300" y="2558891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8222456" y="2558891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8329612" y="2558891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8436769" y="2558891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7900988" y="2344579"/>
            <a:ext cx="107156" cy="107156"/>
          </a:xfrm>
          <a:prstGeom prst="rect">
            <a:avLst/>
          </a:prstGeom>
          <a:solidFill>
            <a:srgbClr val="B7F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7900988" y="2451735"/>
            <a:ext cx="107156" cy="107156"/>
          </a:xfrm>
          <a:prstGeom prst="rect">
            <a:avLst/>
          </a:prstGeom>
          <a:solidFill>
            <a:srgbClr val="B7F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8008144" y="2344579"/>
            <a:ext cx="107156" cy="107156"/>
          </a:xfrm>
          <a:prstGeom prst="rect">
            <a:avLst/>
          </a:prstGeom>
          <a:solidFill>
            <a:srgbClr val="B7F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8008144" y="2451735"/>
            <a:ext cx="107156" cy="107156"/>
          </a:xfrm>
          <a:prstGeom prst="rect">
            <a:avLst/>
          </a:prstGeom>
          <a:solidFill>
            <a:srgbClr val="B7F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8115300" y="2344579"/>
            <a:ext cx="107156" cy="107156"/>
          </a:xfrm>
          <a:prstGeom prst="rect">
            <a:avLst/>
          </a:prstGeom>
          <a:solidFill>
            <a:srgbClr val="B7F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8115300" y="2451735"/>
            <a:ext cx="107156" cy="107156"/>
          </a:xfrm>
          <a:prstGeom prst="rect">
            <a:avLst/>
          </a:prstGeom>
          <a:solidFill>
            <a:srgbClr val="B7F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8222456" y="2344579"/>
            <a:ext cx="107156" cy="107156"/>
          </a:xfrm>
          <a:prstGeom prst="rect">
            <a:avLst/>
          </a:prstGeom>
          <a:solidFill>
            <a:srgbClr val="B7F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8222456" y="2451735"/>
            <a:ext cx="107156" cy="107156"/>
          </a:xfrm>
          <a:prstGeom prst="rect">
            <a:avLst/>
          </a:prstGeom>
          <a:solidFill>
            <a:srgbClr val="B7F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7900988" y="1915954"/>
            <a:ext cx="107156" cy="107156"/>
          </a:xfrm>
          <a:prstGeom prst="rect">
            <a:avLst/>
          </a:prstGeom>
          <a:solidFill>
            <a:srgbClr val="00C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7900988" y="2023110"/>
            <a:ext cx="107156" cy="107156"/>
          </a:xfrm>
          <a:prstGeom prst="rect">
            <a:avLst/>
          </a:prstGeom>
          <a:solidFill>
            <a:srgbClr val="00C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8008144" y="1915954"/>
            <a:ext cx="107156" cy="107156"/>
          </a:xfrm>
          <a:prstGeom prst="rect">
            <a:avLst/>
          </a:prstGeom>
          <a:solidFill>
            <a:srgbClr val="00C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Rectangle 193"/>
          <p:cNvSpPr/>
          <p:nvPr/>
        </p:nvSpPr>
        <p:spPr>
          <a:xfrm>
            <a:off x="8008144" y="2023110"/>
            <a:ext cx="107156" cy="107156"/>
          </a:xfrm>
          <a:prstGeom prst="rect">
            <a:avLst/>
          </a:prstGeom>
          <a:solidFill>
            <a:srgbClr val="00C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Rectangle 194"/>
          <p:cNvSpPr/>
          <p:nvPr/>
        </p:nvSpPr>
        <p:spPr>
          <a:xfrm>
            <a:off x="8115300" y="1915954"/>
            <a:ext cx="107156" cy="107156"/>
          </a:xfrm>
          <a:prstGeom prst="rect">
            <a:avLst/>
          </a:prstGeom>
          <a:solidFill>
            <a:srgbClr val="00C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8115300" y="2023110"/>
            <a:ext cx="107156" cy="107156"/>
          </a:xfrm>
          <a:prstGeom prst="rect">
            <a:avLst/>
          </a:prstGeom>
          <a:solidFill>
            <a:srgbClr val="00C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8222456" y="1915954"/>
            <a:ext cx="107156" cy="107156"/>
          </a:xfrm>
          <a:prstGeom prst="rect">
            <a:avLst/>
          </a:prstGeom>
          <a:solidFill>
            <a:srgbClr val="00C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8222456" y="2023110"/>
            <a:ext cx="107156" cy="107156"/>
          </a:xfrm>
          <a:prstGeom prst="rect">
            <a:avLst/>
          </a:prstGeom>
          <a:solidFill>
            <a:srgbClr val="00C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7086599" y="303580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PIXEL-DISKETTE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555480" y="1783080"/>
            <a:ext cx="23774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>
                <a:solidFill>
                  <a:srgbClr val="555555"/>
                </a:solidFill>
                <a:latin typeface="Inter"/>
              </a:rPr>
              <a:t>8-Bit-Reminiszenzen — sparsam,</a:t>
            </a:r>
          </a:p>
          <a:p>
            <a:pPr algn="l">
              <a:lnSpc>
                <a:spcPct val="145000"/>
              </a:lnSpc>
            </a:pPr>
            <a:r>
              <a:rPr sz="1500" b="0">
                <a:solidFill>
                  <a:srgbClr val="555555"/>
                </a:solidFill>
                <a:latin typeface="Inter"/>
              </a:rPr>
              <a:t>als retro-digitale Interpunktion.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777240" y="370332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00000"/>
                </a:solidFill>
                <a:latin typeface="Zilla Slab"/>
              </a:rPr>
              <a:t>Wortmarke.</a:t>
            </a:r>
          </a:p>
        </p:txBody>
      </p:sp>
      <p:sp>
        <p:nvSpPr>
          <p:cNvPr id="202" name="Rectangle 201"/>
          <p:cNvSpPr/>
          <p:nvPr/>
        </p:nvSpPr>
        <p:spPr>
          <a:xfrm>
            <a:off x="777240" y="4343400"/>
            <a:ext cx="3108960" cy="123444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TextBox 202"/>
          <p:cNvSpPr txBox="1"/>
          <p:nvPr/>
        </p:nvSpPr>
        <p:spPr>
          <a:xfrm>
            <a:off x="1188720" y="4663440"/>
            <a:ext cx="2628900" cy="7150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7819">
                <a:solidFill>
                  <a:srgbClr val="000000"/>
                </a:solidFill>
                <a:latin typeface="Zilla Slab"/>
              </a:rPr>
              <a:t>nozilla</a:t>
            </a:r>
            <a:r>
              <a:rPr b="1" sz="7819">
                <a:solidFill>
                  <a:srgbClr val="00FF9C"/>
                </a:solidFill>
                <a:latin typeface="Zilla Slab"/>
              </a:rPr>
              <a:t>.</a:t>
            </a:r>
          </a:p>
        </p:txBody>
      </p:sp>
      <p:sp>
        <p:nvSpPr>
          <p:cNvPr id="204" name="Rectangle 203"/>
          <p:cNvSpPr/>
          <p:nvPr/>
        </p:nvSpPr>
        <p:spPr>
          <a:xfrm>
            <a:off x="4160520" y="4343400"/>
            <a:ext cx="3108960" cy="1234440"/>
          </a:xfrm>
          <a:prstGeom prst="rect">
            <a:avLst/>
          </a:prstGeom>
          <a:solidFill>
            <a:srgbClr val="00FF9C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TextBox 204"/>
          <p:cNvSpPr txBox="1"/>
          <p:nvPr/>
        </p:nvSpPr>
        <p:spPr>
          <a:xfrm>
            <a:off x="4572000" y="4663440"/>
            <a:ext cx="2628900" cy="7150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7819">
                <a:solidFill>
                  <a:srgbClr val="000000"/>
                </a:solidFill>
                <a:latin typeface="Zilla Slab"/>
              </a:rPr>
              <a:t>nozilla</a:t>
            </a:r>
            <a:r>
              <a:rPr b="1" sz="7819">
                <a:solidFill>
                  <a:srgbClr val="00FF9C"/>
                </a:solidFill>
                <a:latin typeface="Zilla Slab"/>
              </a:rPr>
              <a:t>.</a:t>
            </a:r>
          </a:p>
        </p:txBody>
      </p:sp>
      <p:sp>
        <p:nvSpPr>
          <p:cNvPr id="206" name="Rectangle 205"/>
          <p:cNvSpPr/>
          <p:nvPr/>
        </p:nvSpPr>
        <p:spPr>
          <a:xfrm>
            <a:off x="7543800" y="4343400"/>
            <a:ext cx="3108960" cy="1234440"/>
          </a:xfrm>
          <a:prstGeom prst="rect">
            <a:avLst/>
          </a:prstGeom>
          <a:solidFill>
            <a:srgbClr val="000000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TextBox 206"/>
          <p:cNvSpPr txBox="1"/>
          <p:nvPr/>
        </p:nvSpPr>
        <p:spPr>
          <a:xfrm>
            <a:off x="7955279" y="4663440"/>
            <a:ext cx="2628900" cy="7150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7819">
                <a:solidFill>
                  <a:srgbClr val="FFFEE5"/>
                </a:solidFill>
                <a:latin typeface="Zilla Slab"/>
              </a:rPr>
              <a:t>nozilla</a:t>
            </a:r>
            <a:r>
              <a:rPr b="1" sz="7819">
                <a:solidFill>
                  <a:srgbClr val="00FF9C"/>
                </a:solidFill>
                <a:latin typeface="Zilla Slab"/>
              </a:rPr>
              <a:t>.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777240" y="571500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WEISS · SIGNAL-GRÜN · TINTE-SCHWARZ</a:t>
            </a:r>
          </a:p>
        </p:txBody>
      </p:sp>
      <p:sp>
        <p:nvSpPr>
          <p:cNvPr id="209" name="Rectangle 208"/>
          <p:cNvSpPr/>
          <p:nvPr/>
        </p:nvSpPr>
        <p:spPr>
          <a:xfrm>
            <a:off x="777240" y="6199632"/>
            <a:ext cx="10637215" cy="1270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TextBox 209"/>
          <p:cNvSpPr txBox="1"/>
          <p:nvPr/>
        </p:nvSpPr>
        <p:spPr>
          <a:xfrm>
            <a:off x="777240" y="6309360"/>
            <a:ext cx="480060" cy="130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28">
                <a:solidFill>
                  <a:srgbClr val="555555"/>
                </a:solidFill>
                <a:latin typeface="Zilla Slab"/>
              </a:rPr>
              <a:t>nozilla</a:t>
            </a:r>
            <a:r>
              <a:rPr b="1" sz="1428">
                <a:solidFill>
                  <a:srgbClr val="00FF9C"/>
                </a:solidFill>
                <a:latin typeface="Zilla Slab"/>
              </a:rPr>
              <a:t>.</a:t>
            </a:r>
          </a:p>
        </p:txBody>
      </p:sp>
      <p:sp>
        <p:nvSpPr>
          <p:cNvPr id="211" name="TextBox 210"/>
          <p:cNvSpPr txBox="1"/>
          <p:nvPr/>
        </p:nvSpPr>
        <p:spPr>
          <a:xfrm>
            <a:off x="9585655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VERWENDUNG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42455" y="3840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// GUTE DIGITALE DIENSTE.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713232"/>
            <a:ext cx="1063721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051560"/>
            <a:ext cx="9144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000000"/>
                </a:solidFill>
                <a:latin typeface="Zilla Slab"/>
              </a:rPr>
              <a:t>So verwendest du die Icons.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157984"/>
            <a:ext cx="256032" cy="45720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10312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0000"/>
                </a:solidFill>
                <a:latin typeface="Zilla Slab"/>
              </a:rPr>
              <a:t>Kopieren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60520" y="2139696"/>
            <a:ext cx="7132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555555"/>
                </a:solidFill>
                <a:latin typeface="Inter"/>
              </a:rPr>
              <a:t>Icon anklicken, Strg/Cmd + C — und in deine Folie einfügen.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026664"/>
            <a:ext cx="256032" cy="45720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97180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0000"/>
                </a:solidFill>
                <a:latin typeface="Zilla Slab"/>
              </a:rPr>
              <a:t>Skalieren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60520" y="3008376"/>
            <a:ext cx="7132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555555"/>
                </a:solidFill>
                <a:latin typeface="Inter"/>
              </a:rPr>
              <a:t>Immer proportional. Zielgröße 48–160 px, nie verzerren.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3895344"/>
            <a:ext cx="256032" cy="45720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88720" y="384048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0000"/>
                </a:solidFill>
                <a:latin typeface="Zilla Slab"/>
              </a:rPr>
              <a:t>Farbe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60520" y="3877056"/>
            <a:ext cx="7132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555555"/>
                </a:solidFill>
                <a:latin typeface="Inter"/>
              </a:rPr>
              <a:t>Echte Vektoren: Form anklicken und umfärben. Grün nur als Akzent.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4764024"/>
            <a:ext cx="256032" cy="45720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8720" y="470916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0000"/>
                </a:solidFill>
                <a:latin typeface="Zilla Slab"/>
              </a:rPr>
              <a:t>Verboten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60520" y="4745736"/>
            <a:ext cx="7132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555555"/>
                </a:solidFill>
                <a:latin typeface="Inter"/>
              </a:rPr>
              <a:t>Keine Emoji, keine Icon-Fonts, keine fremden Icon-Sets.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6199632"/>
            <a:ext cx="10637215" cy="1270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6309360"/>
            <a:ext cx="480060" cy="130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28">
                <a:solidFill>
                  <a:srgbClr val="555555"/>
                </a:solidFill>
                <a:latin typeface="Zilla Slab"/>
              </a:rPr>
              <a:t>nozilla</a:t>
            </a:r>
            <a:r>
              <a:rPr b="1" sz="1428">
                <a:solidFill>
                  <a:srgbClr val="00FF9C"/>
                </a:solidFill>
                <a:latin typeface="Zilla Slab"/>
              </a:rPr>
              <a:t>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85655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