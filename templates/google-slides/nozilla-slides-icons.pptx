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DESIGN SYSTEM · BIBLIOTHEK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Icon-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63240"/>
            <a:ext cx="4293402" cy="117754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3129076"/>
            <a:ext cx="4293402" cy="1177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00000"/>
                </a:solidFill>
                <a:latin typeface="Zilla Slab"/>
              </a:rPr>
              <a:t>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8056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89 Icons · drei Dialekte · hell und dunkel.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555555"/>
                </a:solidFill>
                <a:latin typeface="Zilla Slab"/>
              </a:rPr>
              <a:t>Zum Kopieren und Einsetzen.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6692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9788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Heavy-Stroke 1/2.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30776" y="1802225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5667" y="1802225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0776" y="2077117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05667" y="2077117"/>
            <a:ext cx="190310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GRID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3247377" y="1855089"/>
            <a:ext cx="274892" cy="422910"/>
          </a:xfrm>
          <a:custGeom>
            <a:avLst/>
            <a:gdLst/>
            <a:ahLst/>
            <a:cxnLst/>
            <a:rect l="l" t="t" r="r" b="b"/>
            <a:pathLst>
              <a:path w="274892" h="422910">
                <a:moveTo>
                  <a:pt x="0" y="0"/>
                </a:moveTo>
                <a:lnTo>
                  <a:pt x="0" y="359473"/>
                </a:lnTo>
                <a:lnTo>
                  <a:pt x="95155" y="274891"/>
                </a:lnTo>
                <a:lnTo>
                  <a:pt x="158592" y="422910"/>
                </a:lnTo>
                <a:lnTo>
                  <a:pt x="222028" y="391192"/>
                </a:lnTo>
                <a:lnTo>
                  <a:pt x="158592" y="253746"/>
                </a:lnTo>
                <a:lnTo>
                  <a:pt x="274892" y="253746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CURSOR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4963096" y="1833944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0"/>
                </a:moveTo>
                <a:lnTo>
                  <a:pt x="422910" y="0"/>
                </a:lnTo>
                <a:lnTo>
                  <a:pt x="422910" y="422910"/>
                </a:lnTo>
                <a:lnTo>
                  <a:pt x="84582" y="422910"/>
                </a:lnTo>
                <a:lnTo>
                  <a:pt x="84582" y="84582"/>
                </a:lnTo>
                <a:lnTo>
                  <a:pt x="338328" y="84582"/>
                </a:lnTo>
                <a:lnTo>
                  <a:pt x="338328" y="338328"/>
                </a:lnTo>
                <a:lnTo>
                  <a:pt x="169164" y="338328"/>
                </a:lnTo>
                <a:lnTo>
                  <a:pt x="169164" y="169164"/>
                </a:lnTo>
                <a:lnTo>
                  <a:pt x="253746" y="16916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LABYRINTH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21107" y="1855089"/>
            <a:ext cx="475774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721107" y="1971389"/>
            <a:ext cx="4757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6805689" y="2055971"/>
            <a:ext cx="63436" cy="105728"/>
          </a:xfrm>
          <a:custGeom>
            <a:avLst/>
            <a:gdLst/>
            <a:ahLst/>
            <a:cxnLst/>
            <a:rect l="l" t="t" r="r" b="b"/>
            <a:pathLst>
              <a:path w="63436" h="105728">
                <a:moveTo>
                  <a:pt x="0" y="0"/>
                </a:moveTo>
                <a:lnTo>
                  <a:pt x="63436" y="52864"/>
                </a:lnTo>
                <a:lnTo>
                  <a:pt x="0" y="105728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932562" y="2161699"/>
            <a:ext cx="1691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TERMINAL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563699" y="1855089"/>
            <a:ext cx="465201" cy="401765"/>
          </a:xfrm>
          <a:custGeom>
            <a:avLst/>
            <a:gdLst/>
            <a:ahLst/>
            <a:cxnLst/>
            <a:rect l="l" t="t" r="r" b="b"/>
            <a:pathLst>
              <a:path w="465201" h="401765">
                <a:moveTo>
                  <a:pt x="0" y="0"/>
                </a:moveTo>
                <a:lnTo>
                  <a:pt x="465201" y="0"/>
                </a:lnTo>
                <a:lnTo>
                  <a:pt x="465201" y="296037"/>
                </a:lnTo>
                <a:lnTo>
                  <a:pt x="169164" y="296037"/>
                </a:lnTo>
                <a:lnTo>
                  <a:pt x="63436" y="401765"/>
                </a:lnTo>
                <a:lnTo>
                  <a:pt x="63436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86343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0925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5507" y="1977733"/>
            <a:ext cx="50749" cy="50749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CHAT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0342855" y="1812798"/>
            <a:ext cx="507492" cy="507492"/>
          </a:xfrm>
          <a:custGeom>
            <a:avLst/>
            <a:gdLst/>
            <a:ahLst/>
            <a:cxnLst/>
            <a:rect l="l" t="t" r="r" b="b"/>
            <a:pathLst>
              <a:path w="507492" h="507492">
                <a:moveTo>
                  <a:pt x="253746" y="0"/>
                </a:moveTo>
                <a:lnTo>
                  <a:pt x="306609" y="200882"/>
                </a:lnTo>
                <a:lnTo>
                  <a:pt x="507492" y="253746"/>
                </a:lnTo>
                <a:lnTo>
                  <a:pt x="306609" y="306610"/>
                </a:lnTo>
                <a:lnTo>
                  <a:pt x="253746" y="507492"/>
                </a:lnTo>
                <a:lnTo>
                  <a:pt x="200882" y="306610"/>
                </a:lnTo>
                <a:lnTo>
                  <a:pt x="0" y="253746"/>
                </a:lnTo>
                <a:lnTo>
                  <a:pt x="200882" y="2008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SPARK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362494" y="3621024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658531" y="3494151"/>
            <a:ext cx="148019" cy="253746"/>
          </a:xfrm>
          <a:custGeom>
            <a:avLst/>
            <a:gdLst/>
            <a:ahLst/>
            <a:cxnLst/>
            <a:rect l="l" t="t" r="r" b="b"/>
            <a:pathLst>
              <a:path w="148019" h="253746">
                <a:moveTo>
                  <a:pt x="0" y="0"/>
                </a:moveTo>
                <a:lnTo>
                  <a:pt x="148019" y="126873"/>
                </a:lnTo>
                <a:lnTo>
                  <a:pt x="0" y="253746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PFEIL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289668" y="3409569"/>
            <a:ext cx="211455" cy="211455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205086" y="3695033"/>
            <a:ext cx="380619" cy="137446"/>
          </a:xfrm>
          <a:custGeom>
            <a:avLst/>
            <a:gdLst/>
            <a:ahLst/>
            <a:cxnLst/>
            <a:rect l="l" t="t" r="r" b="b"/>
            <a:pathLst>
              <a:path w="380619" h="137446">
                <a:moveTo>
                  <a:pt x="0" y="137446"/>
                </a:moveTo>
                <a:lnTo>
                  <a:pt x="42291" y="42291"/>
                </a:lnTo>
                <a:lnTo>
                  <a:pt x="190310" y="0"/>
                </a:lnTo>
                <a:lnTo>
                  <a:pt x="338328" y="42291"/>
                </a:lnTo>
                <a:lnTo>
                  <a:pt x="380619" y="137446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PERSON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037106" y="3462433"/>
            <a:ext cx="317182" cy="317182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42833" y="3568160"/>
            <a:ext cx="105728" cy="105728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5354288" y="3621024"/>
            <a:ext cx="634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195697" y="3779615"/>
            <a:ext cx="0" cy="634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4973669" y="3621024"/>
            <a:ext cx="634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195697" y="3398996"/>
            <a:ext cx="0" cy="634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307768" y="3733095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5037106" y="3733095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5037106" y="3462433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307768" y="3462433"/>
            <a:ext cx="46520" cy="4652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ZAHNRAD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6763398" y="3494151"/>
            <a:ext cx="465201" cy="296037"/>
          </a:xfrm>
          <a:custGeom>
            <a:avLst/>
            <a:gdLst/>
            <a:ahLst/>
            <a:cxnLst/>
            <a:rect l="l" t="t" r="r" b="b"/>
            <a:pathLst>
              <a:path w="465201" h="296037">
                <a:moveTo>
                  <a:pt x="0" y="0"/>
                </a:moveTo>
                <a:lnTo>
                  <a:pt x="169164" y="0"/>
                </a:lnTo>
                <a:lnTo>
                  <a:pt x="222027" y="63437"/>
                </a:lnTo>
                <a:lnTo>
                  <a:pt x="465201" y="63437"/>
                </a:lnTo>
                <a:lnTo>
                  <a:pt x="465201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ORDNER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48281" y="3409569"/>
            <a:ext cx="296037" cy="296037"/>
          </a:xfrm>
          <a:prstGeom prst="ellipse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8711717" y="3747897"/>
            <a:ext cx="1691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732863" y="3811334"/>
            <a:ext cx="1268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GLÜHBIRNE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385146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126873" y="0"/>
                </a:moveTo>
                <a:lnTo>
                  <a:pt x="0" y="148018"/>
                </a:lnTo>
                <a:lnTo>
                  <a:pt x="126873" y="2960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681183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0" y="0"/>
                </a:moveTo>
                <a:lnTo>
                  <a:pt x="126873" y="148018"/>
                </a:lnTo>
                <a:lnTo>
                  <a:pt x="0" y="2960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10554310" y="3430715"/>
            <a:ext cx="84582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CODE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330776" y="4985194"/>
            <a:ext cx="465201" cy="380619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330776" y="5101495"/>
            <a:ext cx="4652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457649" y="4921758"/>
            <a:ext cx="0" cy="10572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669104" y="4921758"/>
            <a:ext cx="0" cy="10572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1415358" y="5164931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42231" y="5164931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69104" y="5164931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415358" y="527065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KALENDER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173368" y="4953476"/>
            <a:ext cx="444056" cy="444056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3395396" y="5038058"/>
            <a:ext cx="0" cy="137446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395396" y="5175504"/>
            <a:ext cx="11630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UHR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4963096" y="4942903"/>
            <a:ext cx="0" cy="42291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963096" y="5365813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5026533" y="5175504"/>
            <a:ext cx="84582" cy="19031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53406" y="5090922"/>
            <a:ext cx="84582" cy="2748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280279" y="4985194"/>
            <a:ext cx="84582" cy="380619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DIAGRAMM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773970" y="4953476"/>
            <a:ext cx="444056" cy="444056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879698" y="5059204"/>
            <a:ext cx="232600" cy="232600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948421" y="512792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ZIEL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595417" y="5143786"/>
            <a:ext cx="401764" cy="264319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8690572" y="4974622"/>
            <a:ext cx="211455" cy="169164"/>
          </a:xfrm>
          <a:custGeom>
            <a:avLst/>
            <a:gdLst/>
            <a:ahLst/>
            <a:cxnLst/>
            <a:rect l="l" t="t" r="r" b="b"/>
            <a:pathLst>
              <a:path w="211455" h="169164">
                <a:moveTo>
                  <a:pt x="0" y="169164"/>
                </a:moveTo>
                <a:lnTo>
                  <a:pt x="0" y="74009"/>
                </a:lnTo>
                <a:lnTo>
                  <a:pt x="105727" y="0"/>
                </a:lnTo>
                <a:lnTo>
                  <a:pt x="211455" y="74009"/>
                </a:lnTo>
                <a:lnTo>
                  <a:pt x="211455" y="16916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759295" y="5233654"/>
            <a:ext cx="74009" cy="74009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SCHLOSS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53427" y="4964049"/>
            <a:ext cx="486346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353427" y="5154358"/>
            <a:ext cx="486346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416864" y="5016913"/>
            <a:ext cx="52864" cy="42291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416864" y="5207222"/>
            <a:ext cx="52864" cy="4229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10353427" y="5365813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SERVER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Heavy-Stroke 2/2.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8222" y="1812798"/>
            <a:ext cx="253746" cy="507492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42231" y="1886807"/>
            <a:ext cx="10572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531658" y="2246281"/>
            <a:ext cx="1268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MOBIL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41650" y="1855089"/>
            <a:ext cx="507492" cy="3277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395396" y="2182844"/>
            <a:ext cx="0" cy="951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89668" y="2277999"/>
            <a:ext cx="2114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MONITOR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94815" y="1865662"/>
            <a:ext cx="296037" cy="296037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248561" y="2119408"/>
            <a:ext cx="137445" cy="137446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SUCHE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42252" y="1897380"/>
            <a:ext cx="507492" cy="3383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6742252" y="1897380"/>
            <a:ext cx="507492" cy="211455"/>
          </a:xfrm>
          <a:custGeom>
            <a:avLst/>
            <a:gdLst/>
            <a:ahLst/>
            <a:cxnLst/>
            <a:rect l="l" t="t" r="r" b="b"/>
            <a:pathLst>
              <a:path w="507492" h="211455">
                <a:moveTo>
                  <a:pt x="0" y="0"/>
                </a:moveTo>
                <a:lnTo>
                  <a:pt x="253746" y="211455"/>
                </a:lnTo>
                <a:lnTo>
                  <a:pt x="507492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563699" y="1812798"/>
            <a:ext cx="465201" cy="444056"/>
          </a:xfrm>
          <a:custGeom>
            <a:avLst/>
            <a:gdLst/>
            <a:ahLst/>
            <a:cxnLst/>
            <a:rect l="l" t="t" r="r" b="b"/>
            <a:pathLst>
              <a:path w="465201" h="444056">
                <a:moveTo>
                  <a:pt x="232600" y="0"/>
                </a:moveTo>
                <a:lnTo>
                  <a:pt x="465201" y="444056"/>
                </a:lnTo>
                <a:lnTo>
                  <a:pt x="0" y="444056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8796299" y="1981962"/>
            <a:ext cx="0" cy="137446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8768810" y="2165928"/>
            <a:ext cx="54978" cy="5497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WARNUNG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0385146" y="1897380"/>
            <a:ext cx="422910" cy="338328"/>
          </a:xfrm>
          <a:custGeom>
            <a:avLst/>
            <a:gdLst/>
            <a:ahLst/>
            <a:cxnLst/>
            <a:rect l="l" t="t" r="r" b="b"/>
            <a:pathLst>
              <a:path w="422910" h="338328">
                <a:moveTo>
                  <a:pt x="0" y="190310"/>
                </a:moveTo>
                <a:lnTo>
                  <a:pt x="148018" y="338328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HAKEN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404785" y="3430715"/>
            <a:ext cx="380619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404785" y="3430715"/>
            <a:ext cx="380619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KREUZ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395396" y="3409569"/>
            <a:ext cx="0" cy="42291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183941" y="3621024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PLUS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963096" y="3515297"/>
            <a:ext cx="338328" cy="338328"/>
          </a:xfrm>
          <a:custGeom>
            <a:avLst/>
            <a:gdLst/>
            <a:ahLst/>
            <a:cxnLst/>
            <a:rect l="l" t="t" r="r" b="b"/>
            <a:pathLst>
              <a:path w="338328" h="338328">
                <a:moveTo>
                  <a:pt x="0" y="0"/>
                </a:moveTo>
                <a:lnTo>
                  <a:pt x="0" y="338328"/>
                </a:lnTo>
                <a:lnTo>
                  <a:pt x="338328" y="338328"/>
                </a:lnTo>
                <a:lnTo>
                  <a:pt x="338328" y="126873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5216842" y="3388424"/>
            <a:ext cx="211456" cy="211455"/>
          </a:xfrm>
          <a:custGeom>
            <a:avLst/>
            <a:gdLst/>
            <a:ahLst/>
            <a:cxnLst/>
            <a:rect l="l" t="t" r="r" b="b"/>
            <a:pathLst>
              <a:path w="211456" h="211455">
                <a:moveTo>
                  <a:pt x="0" y="0"/>
                </a:moveTo>
                <a:lnTo>
                  <a:pt x="211456" y="0"/>
                </a:lnTo>
                <a:lnTo>
                  <a:pt x="211456" y="211455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>
            <a:off x="5195697" y="3388424"/>
            <a:ext cx="232601" cy="23260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EXTERN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6890271" y="3367278"/>
            <a:ext cx="211455" cy="391192"/>
          </a:xfrm>
          <a:custGeom>
            <a:avLst/>
            <a:gdLst/>
            <a:ahLst/>
            <a:cxnLst/>
            <a:rect l="l" t="t" r="r" b="b"/>
            <a:pathLst>
              <a:path w="211455" h="391192">
                <a:moveTo>
                  <a:pt x="105727" y="0"/>
                </a:moveTo>
                <a:lnTo>
                  <a:pt x="211455" y="200882"/>
                </a:lnTo>
                <a:lnTo>
                  <a:pt x="211455" y="391192"/>
                </a:lnTo>
                <a:lnTo>
                  <a:pt x="0" y="391192"/>
                </a:lnTo>
                <a:lnTo>
                  <a:pt x="0" y="2008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6795116" y="3642170"/>
            <a:ext cx="95155" cy="179736"/>
          </a:xfrm>
          <a:custGeom>
            <a:avLst/>
            <a:gdLst/>
            <a:ahLst/>
            <a:cxnLst/>
            <a:rect l="l" t="t" r="r" b="b"/>
            <a:pathLst>
              <a:path w="95155" h="179736">
                <a:moveTo>
                  <a:pt x="95155" y="0"/>
                </a:moveTo>
                <a:lnTo>
                  <a:pt x="0" y="179736"/>
                </a:lnTo>
                <a:lnTo>
                  <a:pt x="95155" y="11630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7101726" y="3642170"/>
            <a:ext cx="95154" cy="179736"/>
          </a:xfrm>
          <a:custGeom>
            <a:avLst/>
            <a:gdLst/>
            <a:ahLst/>
            <a:cxnLst/>
            <a:rect l="l" t="t" r="r" b="b"/>
            <a:pathLst>
              <a:path w="95154" h="179736">
                <a:moveTo>
                  <a:pt x="0" y="0"/>
                </a:moveTo>
                <a:lnTo>
                  <a:pt x="95154" y="179736"/>
                </a:lnTo>
                <a:lnTo>
                  <a:pt x="0" y="11630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48421" y="349943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RAKETE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8595417" y="3420142"/>
            <a:ext cx="401765" cy="401764"/>
          </a:xfrm>
          <a:custGeom>
            <a:avLst/>
            <a:gdLst/>
            <a:ahLst/>
            <a:cxnLst/>
            <a:rect l="l" t="t" r="r" b="b"/>
            <a:pathLst>
              <a:path w="401765" h="401764">
                <a:moveTo>
                  <a:pt x="0" y="401764"/>
                </a:moveTo>
                <a:lnTo>
                  <a:pt x="42291" y="274891"/>
                </a:lnTo>
                <a:lnTo>
                  <a:pt x="317183" y="0"/>
                </a:lnTo>
                <a:lnTo>
                  <a:pt x="401765" y="84582"/>
                </a:lnTo>
                <a:lnTo>
                  <a:pt x="126873" y="3594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870309" y="3462433"/>
            <a:ext cx="84582" cy="845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STIFT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0353427" y="3483578"/>
            <a:ext cx="48634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10427437" y="3483578"/>
            <a:ext cx="338328" cy="37004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33164" y="3388424"/>
            <a:ext cx="126873" cy="951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543737" y="3578733"/>
            <a:ext cx="0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0649464" y="3578733"/>
            <a:ext cx="0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PAPIERKORB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351921" y="4974622"/>
            <a:ext cx="486347" cy="422910"/>
          </a:xfrm>
          <a:custGeom>
            <a:avLst/>
            <a:gdLst/>
            <a:ahLst/>
            <a:cxnLst/>
            <a:rect l="l" t="t" r="r" b="b"/>
            <a:pathLst>
              <a:path w="486347" h="422910">
                <a:moveTo>
                  <a:pt x="0" y="0"/>
                </a:moveTo>
                <a:lnTo>
                  <a:pt x="486347" y="0"/>
                </a:lnTo>
                <a:lnTo>
                  <a:pt x="306610" y="200882"/>
                </a:lnTo>
                <a:lnTo>
                  <a:pt x="306610" y="422910"/>
                </a:lnTo>
                <a:lnTo>
                  <a:pt x="179737" y="338328"/>
                </a:lnTo>
                <a:lnTo>
                  <a:pt x="179737" y="2008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FILTER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62795" y="4974622"/>
            <a:ext cx="465201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395396" y="4974622"/>
            <a:ext cx="0" cy="4017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236805" y="5090922"/>
            <a:ext cx="9515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458832" y="5090922"/>
            <a:ext cx="95155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BUCH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5068824" y="5006340"/>
            <a:ext cx="253746" cy="285464"/>
          </a:xfrm>
          <a:custGeom>
            <a:avLst/>
            <a:gdLst/>
            <a:ahLst/>
            <a:cxnLst/>
            <a:rect l="l" t="t" r="r" b="b"/>
            <a:pathLst>
              <a:path w="253746" h="285464">
                <a:moveTo>
                  <a:pt x="0" y="285464"/>
                </a:moveTo>
                <a:lnTo>
                  <a:pt x="0" y="126873"/>
                </a:lnTo>
                <a:lnTo>
                  <a:pt x="126873" y="0"/>
                </a:lnTo>
                <a:lnTo>
                  <a:pt x="253746" y="126873"/>
                </a:lnTo>
                <a:lnTo>
                  <a:pt x="253746" y="285464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4994815" y="5291804"/>
            <a:ext cx="4017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5159750" y="532986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GLOCKE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Konzept 1/3.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41349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25931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10513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95095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9677" y="18550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64259" y="185508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41349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5931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0513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5095" y="203482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79677" y="2034826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349" y="2214562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25931" y="2214562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10513" y="2214562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5095" y="221456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DATENSTROM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183941" y="1812798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105728"/>
                </a:moveTo>
                <a:lnTo>
                  <a:pt x="232600" y="0"/>
                </a:lnTo>
                <a:lnTo>
                  <a:pt x="422910" y="169164"/>
                </a:lnTo>
                <a:lnTo>
                  <a:pt x="359473" y="401764"/>
                </a:lnTo>
                <a:lnTo>
                  <a:pt x="84582" y="422910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257950" y="1929098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63678" y="2013680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79096" y="2098262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427114" y="1907953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48260" y="2077117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57334" y="2007337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CLUSTER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10233" y="1992535"/>
            <a:ext cx="158591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21688" y="1992535"/>
            <a:ext cx="158591" cy="148018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33143" y="1992535"/>
            <a:ext cx="158591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068824" y="2066544"/>
            <a:ext cx="528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280279" y="2066544"/>
            <a:ext cx="52864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721107" y="2140553"/>
            <a:ext cx="475774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773970" y="2003108"/>
            <a:ext cx="370046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26834" y="1865662"/>
            <a:ext cx="264319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SCHICHTEN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21408" y="1855089"/>
            <a:ext cx="518065" cy="211455"/>
          </a:xfrm>
          <a:custGeom>
            <a:avLst/>
            <a:gdLst/>
            <a:ahLst/>
            <a:cxnLst/>
            <a:rect l="l" t="t" r="r" b="b"/>
            <a:pathLst>
              <a:path w="518065" h="211455">
                <a:moveTo>
                  <a:pt x="0" y="169164"/>
                </a:moveTo>
                <a:lnTo>
                  <a:pt x="74009" y="21145"/>
                </a:lnTo>
                <a:lnTo>
                  <a:pt x="148018" y="211455"/>
                </a:lnTo>
                <a:lnTo>
                  <a:pt x="222028" y="0"/>
                </a:lnTo>
                <a:lnTo>
                  <a:pt x="296037" y="190309"/>
                </a:lnTo>
                <a:lnTo>
                  <a:pt x="370046" y="42291"/>
                </a:lnTo>
                <a:lnTo>
                  <a:pt x="444055" y="211455"/>
                </a:lnTo>
                <a:lnTo>
                  <a:pt x="518065" y="63437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521408" y="2214562"/>
            <a:ext cx="54978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9007754" y="21828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RAUSCHEN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342855" y="1812798"/>
            <a:ext cx="454628" cy="4546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16864" y="1886807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575455" y="1886807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490873" y="1971389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464" y="204539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16864" y="211940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575455" y="2193417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49464" y="188680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490873" y="2119408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DENKRASTER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H="1" flipV="1">
            <a:off x="1373067" y="3441287"/>
            <a:ext cx="222028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1341349" y="3409569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1595095" y="3441287"/>
            <a:ext cx="222027" cy="1797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1785404" y="3409569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H="1">
            <a:off x="1330776" y="3621024"/>
            <a:ext cx="264319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1299058" y="3589306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595095" y="3621024"/>
            <a:ext cx="264318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1827695" y="3589306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1415358" y="3621024"/>
            <a:ext cx="179737" cy="2008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1383640" y="3790188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595095" y="3621024"/>
            <a:ext cx="179736" cy="20088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1743113" y="3790188"/>
            <a:ext cx="63436" cy="63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499940" y="3525869"/>
            <a:ext cx="190310" cy="190310"/>
          </a:xfrm>
          <a:prstGeom prst="ellipse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NEURON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3141650" y="3388424"/>
            <a:ext cx="507492" cy="444055"/>
          </a:xfrm>
          <a:custGeom>
            <a:avLst/>
            <a:gdLst/>
            <a:ahLst/>
            <a:cxnLst/>
            <a:rect l="l" t="t" r="r" b="b"/>
            <a:pathLst>
              <a:path w="507492" h="444055">
                <a:moveTo>
                  <a:pt x="0" y="0"/>
                </a:moveTo>
                <a:lnTo>
                  <a:pt x="507492" y="0"/>
                </a:lnTo>
                <a:lnTo>
                  <a:pt x="507492" y="317182"/>
                </a:lnTo>
                <a:lnTo>
                  <a:pt x="190309" y="317182"/>
                </a:lnTo>
                <a:lnTo>
                  <a:pt x="84582" y="444055"/>
                </a:lnTo>
                <a:lnTo>
                  <a:pt x="84582" y="317182"/>
                </a:lnTo>
                <a:lnTo>
                  <a:pt x="0" y="317182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3279096" y="3441287"/>
            <a:ext cx="232600" cy="211455"/>
          </a:xfrm>
          <a:custGeom>
            <a:avLst/>
            <a:gdLst/>
            <a:ahLst/>
            <a:cxnLst/>
            <a:rect l="l" t="t" r="r" b="b"/>
            <a:pathLst>
              <a:path w="232600" h="211455">
                <a:moveTo>
                  <a:pt x="116300" y="0"/>
                </a:moveTo>
                <a:lnTo>
                  <a:pt x="148018" y="74010"/>
                </a:lnTo>
                <a:lnTo>
                  <a:pt x="232600" y="105728"/>
                </a:lnTo>
                <a:lnTo>
                  <a:pt x="148018" y="137446"/>
                </a:lnTo>
                <a:lnTo>
                  <a:pt x="116300" y="211455"/>
                </a:lnTo>
                <a:lnTo>
                  <a:pt x="84582" y="137446"/>
                </a:lnTo>
                <a:lnTo>
                  <a:pt x="0" y="105728"/>
                </a:lnTo>
                <a:lnTo>
                  <a:pt x="84582" y="74010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PROMPT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4963096" y="3409569"/>
            <a:ext cx="232601" cy="42291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963096" y="3451860"/>
            <a:ext cx="232601" cy="1691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963096" y="3451860"/>
            <a:ext cx="232601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963096" y="3409569"/>
            <a:ext cx="232601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963096" y="3621024"/>
            <a:ext cx="232601" cy="169164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963096" y="3790188"/>
            <a:ext cx="232601" cy="42291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195697" y="3409569"/>
            <a:ext cx="232601" cy="2114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195697" y="3621024"/>
            <a:ext cx="2326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195697" y="3621024"/>
            <a:ext cx="232601" cy="2114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4927149" y="3415913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27149" y="3754241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159750" y="3373622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159750" y="3796532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151291" y="3576618"/>
            <a:ext cx="88811" cy="88811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388121" y="3580848"/>
            <a:ext cx="80353" cy="80353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MODELL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21107" y="3536442"/>
            <a:ext cx="190310" cy="19031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953707" y="355758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017144" y="3642170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974853" y="3747897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080580" y="3494151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22871" y="366331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186308" y="3578733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239171" y="3758470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DRIFT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500262" y="3346133"/>
            <a:ext cx="243173" cy="243173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627135" y="3462433"/>
            <a:ext cx="243173" cy="243173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754008" y="3578733"/>
            <a:ext cx="243173" cy="243173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HAFTNOTIZEN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10321709" y="3821906"/>
            <a:ext cx="4652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10368229" y="3709835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368229" y="3614680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68229" y="3519526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547966" y="3709835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0547966" y="3614680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547966" y="351952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547966" y="3424371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547966" y="332921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727703" y="3709835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727703" y="3614680"/>
            <a:ext cx="76124" cy="7612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PUNKTABFRAGE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394212" y="4932331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0" y="0"/>
                </a:moveTo>
                <a:lnTo>
                  <a:pt x="401765" y="0"/>
                </a:lnTo>
                <a:lnTo>
                  <a:pt x="200883" y="2431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394212" y="5175504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200883" y="0"/>
                </a:moveTo>
                <a:lnTo>
                  <a:pt x="401765" y="243173"/>
                </a:lnTo>
                <a:lnTo>
                  <a:pt x="0" y="243173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31658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95095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TIMEBOX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3099359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3395396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DOPPEL-DIAMANT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5005388" y="4921758"/>
            <a:ext cx="0" cy="507492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 150"/>
          <p:cNvSpPr/>
          <p:nvPr/>
        </p:nvSpPr>
        <p:spPr>
          <a:xfrm>
            <a:off x="5089970" y="4964049"/>
            <a:ext cx="338328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969440" y="4980965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089970" y="5112067"/>
            <a:ext cx="338328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969440" y="5128984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089970" y="5260086"/>
            <a:ext cx="338328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969440" y="5277002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AGENDA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721107" y="4921758"/>
            <a:ext cx="475774" cy="444056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1" name="Connector 160"/>
          <p:cNvCxnSpPr/>
          <p:nvPr/>
        </p:nvCxnSpPr>
        <p:spPr>
          <a:xfrm>
            <a:off x="6721107" y="5048631"/>
            <a:ext cx="4757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/>
          <p:cNvSpPr/>
          <p:nvPr/>
        </p:nvSpPr>
        <p:spPr>
          <a:xfrm>
            <a:off x="6773970" y="5112067"/>
            <a:ext cx="116300" cy="21145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>
            <a:off x="6953707" y="5133213"/>
            <a:ext cx="1903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6953707" y="5217795"/>
            <a:ext cx="1903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953707" y="5302377"/>
            <a:ext cx="1903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LAYOUT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510835" y="4974622"/>
            <a:ext cx="296037" cy="40176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8849163" y="5038058"/>
            <a:ext cx="148018" cy="274892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028900" y="5112067"/>
            <a:ext cx="63436" cy="126873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RESPONSIV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480300" y="5080349"/>
            <a:ext cx="232600" cy="19031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395718" y="4995767"/>
            <a:ext cx="401764" cy="35947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FOKUS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Konzept 2/3.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822" y="1960816"/>
            <a:ext cx="190310" cy="21145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299058" y="2003108"/>
            <a:ext cx="35947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83640" y="2066544"/>
            <a:ext cx="27489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68222" y="2129980"/>
            <a:ext cx="190309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TEMPO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5086" y="2066544"/>
            <a:ext cx="317182" cy="19031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363678" y="1918526"/>
            <a:ext cx="0" cy="148018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3257950" y="1855089"/>
            <a:ext cx="211455" cy="126873"/>
          </a:xfrm>
          <a:custGeom>
            <a:avLst/>
            <a:gdLst/>
            <a:ahLst/>
            <a:cxnLst/>
            <a:rect l="l" t="t" r="r" b="b"/>
            <a:pathLst>
              <a:path w="211455" h="126873">
                <a:moveTo>
                  <a:pt x="0" y="126873"/>
                </a:moveTo>
                <a:lnTo>
                  <a:pt x="105728" y="0"/>
                </a:lnTo>
                <a:lnTo>
                  <a:pt x="211455" y="126873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141650" y="2320290"/>
            <a:ext cx="422910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DEPLOY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5005388" y="1876234"/>
            <a:ext cx="380618" cy="380620"/>
          </a:xfrm>
          <a:custGeom>
            <a:avLst/>
            <a:gdLst/>
            <a:ahLst/>
            <a:cxnLst/>
            <a:rect l="l" t="t" r="r" b="b"/>
            <a:pathLst>
              <a:path w="380618" h="380620">
                <a:moveTo>
                  <a:pt x="317182" y="0"/>
                </a:moveTo>
                <a:lnTo>
                  <a:pt x="0" y="0"/>
                </a:lnTo>
                <a:lnTo>
                  <a:pt x="0" y="380620"/>
                </a:lnTo>
                <a:lnTo>
                  <a:pt x="380618" y="380620"/>
                </a:lnTo>
                <a:lnTo>
                  <a:pt x="380618" y="126874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5259134" y="1812798"/>
            <a:ext cx="105727" cy="126873"/>
          </a:xfrm>
          <a:custGeom>
            <a:avLst/>
            <a:gdLst/>
            <a:ahLst/>
            <a:cxnLst/>
            <a:rect l="l" t="t" r="r" b="b"/>
            <a:pathLst>
              <a:path w="105727" h="126873">
                <a:moveTo>
                  <a:pt x="0" y="0"/>
                </a:moveTo>
                <a:lnTo>
                  <a:pt x="105727" y="63436"/>
                </a:lnTo>
                <a:lnTo>
                  <a:pt x="0" y="126873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ITERATION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6763398" y="1876234"/>
            <a:ext cx="422910" cy="380620"/>
          </a:xfrm>
          <a:custGeom>
            <a:avLst/>
            <a:gdLst/>
            <a:ahLst/>
            <a:cxnLst/>
            <a:rect l="l" t="t" r="r" b="b"/>
            <a:pathLst>
              <a:path w="422910" h="380620">
                <a:moveTo>
                  <a:pt x="0" y="380620"/>
                </a:moveTo>
                <a:lnTo>
                  <a:pt x="137445" y="169164"/>
                </a:lnTo>
                <a:lnTo>
                  <a:pt x="296037" y="274892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27450" y="222090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64896" y="2009451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23487" y="2115179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50360" y="1840287"/>
            <a:ext cx="71895" cy="71895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7186308" y="1876234"/>
            <a:ext cx="105727" cy="232601"/>
          </a:xfrm>
          <a:custGeom>
            <a:avLst/>
            <a:gdLst/>
            <a:ahLst/>
            <a:cxnLst/>
            <a:rect l="l" t="t" r="r" b="b"/>
            <a:pathLst>
              <a:path w="105727" h="232601">
                <a:moveTo>
                  <a:pt x="0" y="0"/>
                </a:moveTo>
                <a:lnTo>
                  <a:pt x="0" y="211456"/>
                </a:lnTo>
                <a:lnTo>
                  <a:pt x="63436" y="148019"/>
                </a:lnTo>
                <a:lnTo>
                  <a:pt x="105727" y="232601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KLICKPFAD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21408" y="196081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05990" y="1960816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21408" y="204539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05990" y="2045398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32863" y="1960816"/>
            <a:ext cx="148018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44318" y="1960816"/>
            <a:ext cx="148018" cy="14801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DETAILGRAD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00564" y="1812798"/>
            <a:ext cx="158591" cy="158591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480300" y="1812798"/>
            <a:ext cx="222028" cy="200882"/>
          </a:xfrm>
          <a:custGeom>
            <a:avLst/>
            <a:gdLst/>
            <a:ahLst/>
            <a:cxnLst/>
            <a:rect l="l" t="t" r="r" b="b"/>
            <a:pathLst>
              <a:path w="222028" h="200882">
                <a:moveTo>
                  <a:pt x="0" y="52864"/>
                </a:moveTo>
                <a:lnTo>
                  <a:pt x="105728" y="0"/>
                </a:lnTo>
                <a:lnTo>
                  <a:pt x="190310" y="74009"/>
                </a:lnTo>
                <a:lnTo>
                  <a:pt x="222028" y="200882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533164" y="2066544"/>
            <a:ext cx="2960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10575455" y="2066544"/>
            <a:ext cx="211455" cy="190310"/>
          </a:xfrm>
          <a:custGeom>
            <a:avLst/>
            <a:gdLst/>
            <a:ahLst/>
            <a:cxnLst/>
            <a:rect l="l" t="t" r="r" b="b"/>
            <a:pathLst>
              <a:path w="211455" h="190310">
                <a:moveTo>
                  <a:pt x="0" y="0"/>
                </a:moveTo>
                <a:lnTo>
                  <a:pt x="31718" y="190310"/>
                </a:lnTo>
                <a:lnTo>
                  <a:pt x="179737" y="190310"/>
                </a:lnTo>
                <a:lnTo>
                  <a:pt x="211455" y="0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49464" y="2140553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WEGWERF-PROTOTYP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1299058" y="3473006"/>
            <a:ext cx="444055" cy="296037"/>
          </a:xfrm>
          <a:custGeom>
            <a:avLst/>
            <a:gdLst/>
            <a:ahLst/>
            <a:cxnLst/>
            <a:rect l="l" t="t" r="r" b="b"/>
            <a:pathLst>
              <a:path w="444055" h="296037">
                <a:moveTo>
                  <a:pt x="0" y="148018"/>
                </a:moveTo>
                <a:lnTo>
                  <a:pt x="105727" y="148018"/>
                </a:lnTo>
                <a:lnTo>
                  <a:pt x="158591" y="0"/>
                </a:lnTo>
                <a:lnTo>
                  <a:pt x="222027" y="296037"/>
                </a:lnTo>
                <a:lnTo>
                  <a:pt x="285464" y="63436"/>
                </a:lnTo>
                <a:lnTo>
                  <a:pt x="338328" y="148018"/>
                </a:lnTo>
                <a:lnTo>
                  <a:pt x="444055" y="148018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721968" y="3578733"/>
            <a:ext cx="84582" cy="84582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MONITORING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131077" y="3398996"/>
            <a:ext cx="422910" cy="359474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3257950" y="3441287"/>
            <a:ext cx="169164" cy="296037"/>
          </a:xfrm>
          <a:custGeom>
            <a:avLst/>
            <a:gdLst/>
            <a:ahLst/>
            <a:cxnLst/>
            <a:rect l="l" t="t" r="r" b="b"/>
            <a:pathLst>
              <a:path w="169164" h="296037">
                <a:moveTo>
                  <a:pt x="116300" y="0"/>
                </a:moveTo>
                <a:lnTo>
                  <a:pt x="0" y="169164"/>
                </a:lnTo>
                <a:lnTo>
                  <a:pt x="84582" y="169164"/>
                </a:lnTo>
                <a:lnTo>
                  <a:pt x="31718" y="296037"/>
                </a:lnTo>
                <a:lnTo>
                  <a:pt x="169164" y="116301"/>
                </a:lnTo>
                <a:lnTo>
                  <a:pt x="84582" y="116301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STOERUNG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005388" y="3420142"/>
            <a:ext cx="359473" cy="348901"/>
          </a:xfrm>
          <a:custGeom>
            <a:avLst/>
            <a:gdLst/>
            <a:ahLst/>
            <a:cxnLst/>
            <a:rect l="l" t="t" r="r" b="b"/>
            <a:pathLst>
              <a:path w="359473" h="348901">
                <a:moveTo>
                  <a:pt x="84582" y="0"/>
                </a:moveTo>
                <a:lnTo>
                  <a:pt x="359473" y="0"/>
                </a:lnTo>
                <a:lnTo>
                  <a:pt x="359473" y="348901"/>
                </a:lnTo>
                <a:lnTo>
                  <a:pt x="0" y="348901"/>
                </a:lnTo>
                <a:lnTo>
                  <a:pt x="0" y="148018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931378" y="3462433"/>
            <a:ext cx="148019" cy="116300"/>
          </a:xfrm>
          <a:custGeom>
            <a:avLst/>
            <a:gdLst/>
            <a:ahLst/>
            <a:cxnLst/>
            <a:rect l="l" t="t" r="r" b="b"/>
            <a:pathLst>
              <a:path w="148019" h="116300">
                <a:moveTo>
                  <a:pt x="0" y="116300"/>
                </a:moveTo>
                <a:lnTo>
                  <a:pt x="74010" y="0"/>
                </a:lnTo>
                <a:lnTo>
                  <a:pt x="148019" y="116300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ROLLBACK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6710534" y="3811334"/>
            <a:ext cx="4652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742252" y="3684461"/>
            <a:ext cx="105728" cy="126873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890271" y="3578733"/>
            <a:ext cx="105728" cy="2326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38289" y="3430715"/>
            <a:ext cx="105728" cy="380619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SKALIEREN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510835" y="3420142"/>
            <a:ext cx="211455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510835" y="3631597"/>
            <a:ext cx="211455" cy="14801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785727" y="3525869"/>
            <a:ext cx="190310" cy="148018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8722290" y="3599879"/>
            <a:ext cx="634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SICHERUNG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11136" y="3441287"/>
            <a:ext cx="200882" cy="317182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86028" y="3451860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681183" y="3451860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17746" y="3547015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723474" y="3568160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86028" y="3642170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702328" y="3663315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628319" y="3737324"/>
            <a:ext cx="63436" cy="634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VERSCHLUESSELN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36503" y="5016913"/>
            <a:ext cx="327755" cy="296037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1299058" y="5016913"/>
            <a:ext cx="95154" cy="84582"/>
          </a:xfrm>
          <a:custGeom>
            <a:avLst/>
            <a:gdLst/>
            <a:ahLst/>
            <a:cxnLst/>
            <a:rect l="l" t="t" r="r" b="b"/>
            <a:pathLst>
              <a:path w="95154" h="84582">
                <a:moveTo>
                  <a:pt x="0" y="0"/>
                </a:moveTo>
                <a:lnTo>
                  <a:pt x="95154" y="42291"/>
                </a:lnTo>
                <a:lnTo>
                  <a:pt x="0" y="845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1299058" y="5122640"/>
            <a:ext cx="95154" cy="84582"/>
          </a:xfrm>
          <a:custGeom>
            <a:avLst/>
            <a:gdLst/>
            <a:ahLst/>
            <a:cxnLst/>
            <a:rect l="l" t="t" r="r" b="b"/>
            <a:pathLst>
              <a:path w="95154" h="84582">
                <a:moveTo>
                  <a:pt x="0" y="0"/>
                </a:moveTo>
                <a:lnTo>
                  <a:pt x="95154" y="42291"/>
                </a:lnTo>
                <a:lnTo>
                  <a:pt x="0" y="845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1299058" y="5228368"/>
            <a:ext cx="95154" cy="84582"/>
          </a:xfrm>
          <a:custGeom>
            <a:avLst/>
            <a:gdLst/>
            <a:ahLst/>
            <a:cxnLst/>
            <a:rect l="l" t="t" r="r" b="b"/>
            <a:pathLst>
              <a:path w="95154" h="84582">
                <a:moveTo>
                  <a:pt x="0" y="0"/>
                </a:moveTo>
                <a:lnTo>
                  <a:pt x="95154" y="42291"/>
                </a:lnTo>
                <a:lnTo>
                  <a:pt x="0" y="845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ANGRIFFSFLAECHE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131077" y="5069776"/>
            <a:ext cx="190310" cy="190310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190284" y="5128984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3321387" y="5164931"/>
            <a:ext cx="264318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501123" y="5164931"/>
            <a:ext cx="0" cy="95155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4560" y="5164931"/>
            <a:ext cx="0" cy="63437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BERECHTIGUNG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941951" y="5016913"/>
            <a:ext cx="232600" cy="296037"/>
          </a:xfrm>
          <a:prstGeom prst="rect">
            <a:avLst/>
          </a:prstGeom>
          <a:solidFill>
            <a:srgbClr val="000000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174552" y="5016913"/>
            <a:ext cx="232600" cy="296037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KONTRAST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721107" y="5101495"/>
            <a:ext cx="126873" cy="126873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911416" y="5101495"/>
            <a:ext cx="126873" cy="126873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101726" y="5101495"/>
            <a:ext cx="126873" cy="126873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6847980" y="5164931"/>
            <a:ext cx="63436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7038289" y="5164931"/>
            <a:ext cx="6343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TASTATURPFAD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531981" y="5133213"/>
            <a:ext cx="63436" cy="8458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637708" y="5059204"/>
            <a:ext cx="63436" cy="2326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743436" y="4995767"/>
            <a:ext cx="63436" cy="35947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849163" y="5080349"/>
            <a:ext cx="63436" cy="19031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954891" y="5154358"/>
            <a:ext cx="63436" cy="528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VORLESEN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300564" y="5048631"/>
            <a:ext cx="190310" cy="2114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660037" y="5048631"/>
            <a:ext cx="190310" cy="211455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1" name="Connector 130"/>
          <p:cNvCxnSpPr/>
          <p:nvPr/>
        </p:nvCxnSpPr>
        <p:spPr>
          <a:xfrm>
            <a:off x="10512019" y="5154358"/>
            <a:ext cx="105727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Freeform 131"/>
          <p:cNvSpPr/>
          <p:nvPr/>
        </p:nvSpPr>
        <p:spPr>
          <a:xfrm>
            <a:off x="10596601" y="5101495"/>
            <a:ext cx="63436" cy="105727"/>
          </a:xfrm>
          <a:custGeom>
            <a:avLst/>
            <a:gdLst/>
            <a:ahLst/>
            <a:cxnLst/>
            <a:rect l="l" t="t" r="r" b="b"/>
            <a:pathLst>
              <a:path w="63436" h="105727">
                <a:moveTo>
                  <a:pt x="0" y="0"/>
                </a:moveTo>
                <a:lnTo>
                  <a:pt x="63436" y="52863"/>
                </a:lnTo>
                <a:lnTo>
                  <a:pt x="0" y="105727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UEBERGABE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A · HEAVY-STROKE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Konzept 3/3.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09630" y="1929098"/>
            <a:ext cx="285464" cy="264319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373067" y="1992535"/>
            <a:ext cx="169164" cy="126873"/>
          </a:xfrm>
          <a:custGeom>
            <a:avLst/>
            <a:gdLst/>
            <a:ahLst/>
            <a:cxnLst/>
            <a:rect l="l" t="t" r="r" b="b"/>
            <a:pathLst>
              <a:path w="169164" h="126873">
                <a:moveTo>
                  <a:pt x="0" y="63436"/>
                </a:moveTo>
                <a:lnTo>
                  <a:pt x="63436" y="126873"/>
                </a:lnTo>
                <a:lnTo>
                  <a:pt x="169164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84522" y="1886807"/>
            <a:ext cx="211455" cy="211455"/>
          </a:xfrm>
          <a:prstGeom prst="ellipse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764259" y="2066544"/>
            <a:ext cx="31718" cy="31718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654302" y="1956587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109932" y="2055971"/>
            <a:ext cx="190309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3300241" y="1907953"/>
            <a:ext cx="296037" cy="148018"/>
          </a:xfrm>
          <a:custGeom>
            <a:avLst/>
            <a:gdLst/>
            <a:ahLst/>
            <a:cxnLst/>
            <a:rect l="l" t="t" r="r" b="b"/>
            <a:pathLst>
              <a:path w="296037" h="148018">
                <a:moveTo>
                  <a:pt x="0" y="148018"/>
                </a:moveTo>
                <a:lnTo>
                  <a:pt x="148019" y="0"/>
                </a:lnTo>
                <a:lnTo>
                  <a:pt x="296037" y="0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3300241" y="2055971"/>
            <a:ext cx="296037" cy="148019"/>
          </a:xfrm>
          <a:custGeom>
            <a:avLst/>
            <a:gdLst/>
            <a:ahLst/>
            <a:cxnLst/>
            <a:rect l="l" t="t" r="r" b="b"/>
            <a:pathLst>
              <a:path w="296037" h="148019">
                <a:moveTo>
                  <a:pt x="0" y="0"/>
                </a:moveTo>
                <a:lnTo>
                  <a:pt x="148019" y="148019"/>
                </a:lnTo>
                <a:lnTo>
                  <a:pt x="296037" y="148019"/>
                </a:lnTo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53721" y="2009451"/>
            <a:ext cx="93040" cy="93040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WEGGABELUNG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41951" y="2129980"/>
            <a:ext cx="359474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94815" y="2013680"/>
            <a:ext cx="327755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7678" y="1897380"/>
            <a:ext cx="296037" cy="105728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11115" y="1781080"/>
            <a:ext cx="253746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TECHNISCHE SCHULD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731679" y="1929098"/>
            <a:ext cx="169164" cy="253746"/>
          </a:xfrm>
          <a:custGeom>
            <a:avLst/>
            <a:gdLst/>
            <a:ahLst/>
            <a:cxnLst/>
            <a:rect l="l" t="t" r="r" b="b"/>
            <a:pathLst>
              <a:path w="169164" h="253746">
                <a:moveTo>
                  <a:pt x="0" y="0"/>
                </a:moveTo>
                <a:lnTo>
                  <a:pt x="169164" y="253746"/>
                </a:lnTo>
                <a:lnTo>
                  <a:pt x="0" y="253746"/>
                </a:lnTo>
                <a:lnTo>
                  <a:pt x="169164" y="0"/>
                </a:lnTo>
                <a:close/>
              </a:path>
            </a:pathLst>
          </a:cu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985425" y="2055971"/>
            <a:ext cx="200883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133444" y="2024253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AUFRAEUMEN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21408" y="1865662"/>
            <a:ext cx="465201" cy="11630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21408" y="2024253"/>
            <a:ext cx="465201" cy="116300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21408" y="2182844"/>
            <a:ext cx="422910" cy="84582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863" y="1865662"/>
            <a:ext cx="52864" cy="52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01145" y="2024253"/>
            <a:ext cx="52864" cy="52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754008" y="2182844"/>
            <a:ext cx="52864" cy="52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ALTSYSTEM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21709" y="1844516"/>
            <a:ext cx="465201" cy="380619"/>
          </a:xfrm>
          <a:prstGeom prst="rect">
            <a:avLst/>
          </a:prstGeom>
          <a:noFill/>
          <a:ln w="42291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0480300" y="1844516"/>
            <a:ext cx="0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628319" y="1844516"/>
            <a:ext cx="0" cy="380619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321709" y="1971389"/>
            <a:ext cx="4652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21709" y="2098262"/>
            <a:ext cx="465201" cy="0"/>
          </a:xfrm>
          <a:prstGeom prst="line">
            <a:avLst/>
          </a:prstGeom>
          <a:ln w="42291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0480300" y="1971389"/>
            <a:ext cx="148018" cy="126873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TESTABDECKUNG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Heavy-Stroke 1/2,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30776" y="1802225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5667" y="1802225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0776" y="2077117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05667" y="2077117"/>
            <a:ext cx="190310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GRID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3247377" y="1855089"/>
            <a:ext cx="274892" cy="422910"/>
          </a:xfrm>
          <a:custGeom>
            <a:avLst/>
            <a:gdLst/>
            <a:ahLst/>
            <a:cxnLst/>
            <a:rect l="l" t="t" r="r" b="b"/>
            <a:pathLst>
              <a:path w="274892" h="422910">
                <a:moveTo>
                  <a:pt x="0" y="0"/>
                </a:moveTo>
                <a:lnTo>
                  <a:pt x="0" y="359473"/>
                </a:lnTo>
                <a:lnTo>
                  <a:pt x="95155" y="274891"/>
                </a:lnTo>
                <a:lnTo>
                  <a:pt x="158592" y="422910"/>
                </a:lnTo>
                <a:lnTo>
                  <a:pt x="222028" y="391192"/>
                </a:lnTo>
                <a:lnTo>
                  <a:pt x="158592" y="253746"/>
                </a:lnTo>
                <a:lnTo>
                  <a:pt x="274892" y="253746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CURSOR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4963096" y="1833944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0"/>
                </a:moveTo>
                <a:lnTo>
                  <a:pt x="422910" y="0"/>
                </a:lnTo>
                <a:lnTo>
                  <a:pt x="422910" y="422910"/>
                </a:lnTo>
                <a:lnTo>
                  <a:pt x="84582" y="422910"/>
                </a:lnTo>
                <a:lnTo>
                  <a:pt x="84582" y="84582"/>
                </a:lnTo>
                <a:lnTo>
                  <a:pt x="338328" y="84582"/>
                </a:lnTo>
                <a:lnTo>
                  <a:pt x="338328" y="338328"/>
                </a:lnTo>
                <a:lnTo>
                  <a:pt x="169164" y="338328"/>
                </a:lnTo>
                <a:lnTo>
                  <a:pt x="169164" y="169164"/>
                </a:lnTo>
                <a:lnTo>
                  <a:pt x="253746" y="16916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LABYRINTH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21107" y="1855089"/>
            <a:ext cx="475774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721107" y="1971389"/>
            <a:ext cx="4757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6805689" y="2055971"/>
            <a:ext cx="63436" cy="105728"/>
          </a:xfrm>
          <a:custGeom>
            <a:avLst/>
            <a:gdLst/>
            <a:ahLst/>
            <a:cxnLst/>
            <a:rect l="l" t="t" r="r" b="b"/>
            <a:pathLst>
              <a:path w="63436" h="105728">
                <a:moveTo>
                  <a:pt x="0" y="0"/>
                </a:moveTo>
                <a:lnTo>
                  <a:pt x="63436" y="52864"/>
                </a:lnTo>
                <a:lnTo>
                  <a:pt x="0" y="105728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932562" y="2161699"/>
            <a:ext cx="1691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TERMINAL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563699" y="1855089"/>
            <a:ext cx="465201" cy="401765"/>
          </a:xfrm>
          <a:custGeom>
            <a:avLst/>
            <a:gdLst/>
            <a:ahLst/>
            <a:cxnLst/>
            <a:rect l="l" t="t" r="r" b="b"/>
            <a:pathLst>
              <a:path w="465201" h="401765">
                <a:moveTo>
                  <a:pt x="0" y="0"/>
                </a:moveTo>
                <a:lnTo>
                  <a:pt x="465201" y="0"/>
                </a:lnTo>
                <a:lnTo>
                  <a:pt x="465201" y="296037"/>
                </a:lnTo>
                <a:lnTo>
                  <a:pt x="169164" y="296037"/>
                </a:lnTo>
                <a:lnTo>
                  <a:pt x="63436" y="401765"/>
                </a:lnTo>
                <a:lnTo>
                  <a:pt x="63436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86343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0925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5507" y="1977733"/>
            <a:ext cx="50749" cy="50749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CHAT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0342855" y="1812798"/>
            <a:ext cx="507492" cy="507492"/>
          </a:xfrm>
          <a:custGeom>
            <a:avLst/>
            <a:gdLst/>
            <a:ahLst/>
            <a:cxnLst/>
            <a:rect l="l" t="t" r="r" b="b"/>
            <a:pathLst>
              <a:path w="507492" h="507492">
                <a:moveTo>
                  <a:pt x="253746" y="0"/>
                </a:moveTo>
                <a:lnTo>
                  <a:pt x="306609" y="200882"/>
                </a:lnTo>
                <a:lnTo>
                  <a:pt x="507492" y="253746"/>
                </a:lnTo>
                <a:lnTo>
                  <a:pt x="306609" y="306610"/>
                </a:lnTo>
                <a:lnTo>
                  <a:pt x="253746" y="507492"/>
                </a:lnTo>
                <a:lnTo>
                  <a:pt x="200882" y="306610"/>
                </a:lnTo>
                <a:lnTo>
                  <a:pt x="0" y="253746"/>
                </a:lnTo>
                <a:lnTo>
                  <a:pt x="200882" y="2008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SPARK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362494" y="3621024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658531" y="3494151"/>
            <a:ext cx="148019" cy="253746"/>
          </a:xfrm>
          <a:custGeom>
            <a:avLst/>
            <a:gdLst/>
            <a:ahLst/>
            <a:cxnLst/>
            <a:rect l="l" t="t" r="r" b="b"/>
            <a:pathLst>
              <a:path w="148019" h="253746">
                <a:moveTo>
                  <a:pt x="0" y="0"/>
                </a:moveTo>
                <a:lnTo>
                  <a:pt x="148019" y="126873"/>
                </a:lnTo>
                <a:lnTo>
                  <a:pt x="0" y="253746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PFEIL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289668" y="3409569"/>
            <a:ext cx="211455" cy="211455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205086" y="3695033"/>
            <a:ext cx="380619" cy="137446"/>
          </a:xfrm>
          <a:custGeom>
            <a:avLst/>
            <a:gdLst/>
            <a:ahLst/>
            <a:cxnLst/>
            <a:rect l="l" t="t" r="r" b="b"/>
            <a:pathLst>
              <a:path w="380619" h="137446">
                <a:moveTo>
                  <a:pt x="0" y="137446"/>
                </a:moveTo>
                <a:lnTo>
                  <a:pt x="42291" y="42291"/>
                </a:lnTo>
                <a:lnTo>
                  <a:pt x="190310" y="0"/>
                </a:lnTo>
                <a:lnTo>
                  <a:pt x="338328" y="42291"/>
                </a:lnTo>
                <a:lnTo>
                  <a:pt x="380619" y="137446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PERSON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037106" y="3462433"/>
            <a:ext cx="317182" cy="317182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42833" y="3568160"/>
            <a:ext cx="105728" cy="105728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5354288" y="3621024"/>
            <a:ext cx="634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195697" y="3779615"/>
            <a:ext cx="0" cy="634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4973669" y="3621024"/>
            <a:ext cx="634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195697" y="3398996"/>
            <a:ext cx="0" cy="634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307768" y="3733095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5037106" y="3733095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5037106" y="3462433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307768" y="3462433"/>
            <a:ext cx="46520" cy="4652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ZAHNRAD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6763398" y="3494151"/>
            <a:ext cx="465201" cy="296037"/>
          </a:xfrm>
          <a:custGeom>
            <a:avLst/>
            <a:gdLst/>
            <a:ahLst/>
            <a:cxnLst/>
            <a:rect l="l" t="t" r="r" b="b"/>
            <a:pathLst>
              <a:path w="465201" h="296037">
                <a:moveTo>
                  <a:pt x="0" y="0"/>
                </a:moveTo>
                <a:lnTo>
                  <a:pt x="169164" y="0"/>
                </a:lnTo>
                <a:lnTo>
                  <a:pt x="222027" y="63437"/>
                </a:lnTo>
                <a:lnTo>
                  <a:pt x="465201" y="63437"/>
                </a:lnTo>
                <a:lnTo>
                  <a:pt x="465201" y="296037"/>
                </a:lnTo>
                <a:lnTo>
                  <a:pt x="0" y="296037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ORDNER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48281" y="3409569"/>
            <a:ext cx="296037" cy="296037"/>
          </a:xfrm>
          <a:prstGeom prst="ellipse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8711717" y="3747897"/>
            <a:ext cx="1691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732863" y="3811334"/>
            <a:ext cx="1268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GLÜHBIRNE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385146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126873" y="0"/>
                </a:moveTo>
                <a:lnTo>
                  <a:pt x="0" y="148018"/>
                </a:lnTo>
                <a:lnTo>
                  <a:pt x="126873" y="2960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681183" y="3473006"/>
            <a:ext cx="126873" cy="296037"/>
          </a:xfrm>
          <a:custGeom>
            <a:avLst/>
            <a:gdLst/>
            <a:ahLst/>
            <a:cxnLst/>
            <a:rect l="l" t="t" r="r" b="b"/>
            <a:pathLst>
              <a:path w="126873" h="296037">
                <a:moveTo>
                  <a:pt x="0" y="0"/>
                </a:moveTo>
                <a:lnTo>
                  <a:pt x="126873" y="148018"/>
                </a:lnTo>
                <a:lnTo>
                  <a:pt x="0" y="2960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10554310" y="3430715"/>
            <a:ext cx="84582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CODE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330776" y="4985194"/>
            <a:ext cx="465201" cy="380619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1330776" y="5101495"/>
            <a:ext cx="4652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457649" y="4921758"/>
            <a:ext cx="0" cy="10572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669104" y="4921758"/>
            <a:ext cx="0" cy="10572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1415358" y="5164931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42231" y="5164931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69104" y="5164931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415358" y="527065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KALENDER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173368" y="4953476"/>
            <a:ext cx="444056" cy="444056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3395396" y="5038058"/>
            <a:ext cx="0" cy="137446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395396" y="5175504"/>
            <a:ext cx="11630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UHR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4963096" y="4942903"/>
            <a:ext cx="0" cy="42291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963096" y="5365813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5026533" y="5175504"/>
            <a:ext cx="84582" cy="19031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53406" y="5090922"/>
            <a:ext cx="84582" cy="274892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280279" y="4985194"/>
            <a:ext cx="84582" cy="380619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DIAGRAMM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773970" y="4953476"/>
            <a:ext cx="444056" cy="444056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879698" y="5059204"/>
            <a:ext cx="232600" cy="232600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948421" y="512792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ZIEL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595417" y="5143786"/>
            <a:ext cx="401764" cy="264319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8690572" y="4974622"/>
            <a:ext cx="211455" cy="169164"/>
          </a:xfrm>
          <a:custGeom>
            <a:avLst/>
            <a:gdLst/>
            <a:ahLst/>
            <a:cxnLst/>
            <a:rect l="l" t="t" r="r" b="b"/>
            <a:pathLst>
              <a:path w="211455" h="169164">
                <a:moveTo>
                  <a:pt x="0" y="169164"/>
                </a:moveTo>
                <a:lnTo>
                  <a:pt x="0" y="74009"/>
                </a:lnTo>
                <a:lnTo>
                  <a:pt x="105727" y="0"/>
                </a:lnTo>
                <a:lnTo>
                  <a:pt x="211455" y="74009"/>
                </a:lnTo>
                <a:lnTo>
                  <a:pt x="211455" y="16916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759295" y="5233654"/>
            <a:ext cx="74009" cy="74009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SCHLOSS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53427" y="4964049"/>
            <a:ext cx="486346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353427" y="5154358"/>
            <a:ext cx="486346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416864" y="5016913"/>
            <a:ext cx="52864" cy="42291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416864" y="5207222"/>
            <a:ext cx="52864" cy="42291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10353427" y="5365813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SERVER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Heavy-Stroke 2/2,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8222" y="1812798"/>
            <a:ext cx="253746" cy="507492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42231" y="1886807"/>
            <a:ext cx="10572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531658" y="2246281"/>
            <a:ext cx="1268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MOBIL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41650" y="1855089"/>
            <a:ext cx="507492" cy="3277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395396" y="2182844"/>
            <a:ext cx="0" cy="951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89668" y="2277999"/>
            <a:ext cx="2114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MONITOR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94815" y="1865662"/>
            <a:ext cx="296037" cy="296037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248561" y="2119408"/>
            <a:ext cx="137445" cy="137446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SUCHE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42252" y="1897380"/>
            <a:ext cx="507492" cy="3383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6742252" y="1897380"/>
            <a:ext cx="507492" cy="211455"/>
          </a:xfrm>
          <a:custGeom>
            <a:avLst/>
            <a:gdLst/>
            <a:ahLst/>
            <a:cxnLst/>
            <a:rect l="l" t="t" r="r" b="b"/>
            <a:pathLst>
              <a:path w="507492" h="211455">
                <a:moveTo>
                  <a:pt x="0" y="0"/>
                </a:moveTo>
                <a:lnTo>
                  <a:pt x="253746" y="211455"/>
                </a:lnTo>
                <a:lnTo>
                  <a:pt x="507492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563699" y="1812798"/>
            <a:ext cx="465201" cy="444056"/>
          </a:xfrm>
          <a:custGeom>
            <a:avLst/>
            <a:gdLst/>
            <a:ahLst/>
            <a:cxnLst/>
            <a:rect l="l" t="t" r="r" b="b"/>
            <a:pathLst>
              <a:path w="465201" h="444056">
                <a:moveTo>
                  <a:pt x="232600" y="0"/>
                </a:moveTo>
                <a:lnTo>
                  <a:pt x="465201" y="444056"/>
                </a:lnTo>
                <a:lnTo>
                  <a:pt x="0" y="444056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8796299" y="1981962"/>
            <a:ext cx="0" cy="137446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8768810" y="2165928"/>
            <a:ext cx="54978" cy="54978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WARNUNG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10385146" y="1897380"/>
            <a:ext cx="422910" cy="338328"/>
          </a:xfrm>
          <a:custGeom>
            <a:avLst/>
            <a:gdLst/>
            <a:ahLst/>
            <a:cxnLst/>
            <a:rect l="l" t="t" r="r" b="b"/>
            <a:pathLst>
              <a:path w="422910" h="338328">
                <a:moveTo>
                  <a:pt x="0" y="190310"/>
                </a:moveTo>
                <a:lnTo>
                  <a:pt x="148018" y="338328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HAKEN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404785" y="3430715"/>
            <a:ext cx="380619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404785" y="3430715"/>
            <a:ext cx="380619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KREUZ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395396" y="3409569"/>
            <a:ext cx="0" cy="42291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183941" y="3621024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PLUS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963096" y="3515297"/>
            <a:ext cx="338328" cy="338328"/>
          </a:xfrm>
          <a:custGeom>
            <a:avLst/>
            <a:gdLst/>
            <a:ahLst/>
            <a:cxnLst/>
            <a:rect l="l" t="t" r="r" b="b"/>
            <a:pathLst>
              <a:path w="338328" h="338328">
                <a:moveTo>
                  <a:pt x="0" y="0"/>
                </a:moveTo>
                <a:lnTo>
                  <a:pt x="0" y="338328"/>
                </a:lnTo>
                <a:lnTo>
                  <a:pt x="338328" y="338328"/>
                </a:lnTo>
                <a:lnTo>
                  <a:pt x="338328" y="126873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5216842" y="3388424"/>
            <a:ext cx="211456" cy="211455"/>
          </a:xfrm>
          <a:custGeom>
            <a:avLst/>
            <a:gdLst/>
            <a:ahLst/>
            <a:cxnLst/>
            <a:rect l="l" t="t" r="r" b="b"/>
            <a:pathLst>
              <a:path w="211456" h="211455">
                <a:moveTo>
                  <a:pt x="0" y="0"/>
                </a:moveTo>
                <a:lnTo>
                  <a:pt x="211456" y="0"/>
                </a:lnTo>
                <a:lnTo>
                  <a:pt x="211456" y="211455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>
            <a:off x="5195697" y="3388424"/>
            <a:ext cx="232601" cy="23260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EXTERN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6890271" y="3367278"/>
            <a:ext cx="211455" cy="391192"/>
          </a:xfrm>
          <a:custGeom>
            <a:avLst/>
            <a:gdLst/>
            <a:ahLst/>
            <a:cxnLst/>
            <a:rect l="l" t="t" r="r" b="b"/>
            <a:pathLst>
              <a:path w="211455" h="391192">
                <a:moveTo>
                  <a:pt x="105727" y="0"/>
                </a:moveTo>
                <a:lnTo>
                  <a:pt x="211455" y="200882"/>
                </a:lnTo>
                <a:lnTo>
                  <a:pt x="211455" y="391192"/>
                </a:lnTo>
                <a:lnTo>
                  <a:pt x="0" y="391192"/>
                </a:lnTo>
                <a:lnTo>
                  <a:pt x="0" y="2008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6795116" y="3642170"/>
            <a:ext cx="95155" cy="179736"/>
          </a:xfrm>
          <a:custGeom>
            <a:avLst/>
            <a:gdLst/>
            <a:ahLst/>
            <a:cxnLst/>
            <a:rect l="l" t="t" r="r" b="b"/>
            <a:pathLst>
              <a:path w="95155" h="179736">
                <a:moveTo>
                  <a:pt x="95155" y="0"/>
                </a:moveTo>
                <a:lnTo>
                  <a:pt x="0" y="179736"/>
                </a:lnTo>
                <a:lnTo>
                  <a:pt x="95155" y="11630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7101726" y="3642170"/>
            <a:ext cx="95154" cy="179736"/>
          </a:xfrm>
          <a:custGeom>
            <a:avLst/>
            <a:gdLst/>
            <a:ahLst/>
            <a:cxnLst/>
            <a:rect l="l" t="t" r="r" b="b"/>
            <a:pathLst>
              <a:path w="95154" h="179736">
                <a:moveTo>
                  <a:pt x="0" y="0"/>
                </a:moveTo>
                <a:lnTo>
                  <a:pt x="95154" y="179736"/>
                </a:lnTo>
                <a:lnTo>
                  <a:pt x="0" y="11630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48421" y="3499437"/>
            <a:ext cx="95155" cy="9515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RAKETE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8595417" y="3420142"/>
            <a:ext cx="401765" cy="401764"/>
          </a:xfrm>
          <a:custGeom>
            <a:avLst/>
            <a:gdLst/>
            <a:ahLst/>
            <a:cxnLst/>
            <a:rect l="l" t="t" r="r" b="b"/>
            <a:pathLst>
              <a:path w="401765" h="401764">
                <a:moveTo>
                  <a:pt x="0" y="401764"/>
                </a:moveTo>
                <a:lnTo>
                  <a:pt x="42291" y="274891"/>
                </a:lnTo>
                <a:lnTo>
                  <a:pt x="317183" y="0"/>
                </a:lnTo>
                <a:lnTo>
                  <a:pt x="401765" y="84582"/>
                </a:lnTo>
                <a:lnTo>
                  <a:pt x="126873" y="3594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870309" y="3462433"/>
            <a:ext cx="84582" cy="845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STIFT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0353427" y="3483578"/>
            <a:ext cx="48634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10427437" y="3483578"/>
            <a:ext cx="338328" cy="37004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33164" y="3388424"/>
            <a:ext cx="126873" cy="951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543737" y="3578733"/>
            <a:ext cx="0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0649464" y="3578733"/>
            <a:ext cx="0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PAPIERKORB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351921" y="4974622"/>
            <a:ext cx="486347" cy="422910"/>
          </a:xfrm>
          <a:custGeom>
            <a:avLst/>
            <a:gdLst/>
            <a:ahLst/>
            <a:cxnLst/>
            <a:rect l="l" t="t" r="r" b="b"/>
            <a:pathLst>
              <a:path w="486347" h="422910">
                <a:moveTo>
                  <a:pt x="0" y="0"/>
                </a:moveTo>
                <a:lnTo>
                  <a:pt x="486347" y="0"/>
                </a:lnTo>
                <a:lnTo>
                  <a:pt x="306610" y="200882"/>
                </a:lnTo>
                <a:lnTo>
                  <a:pt x="306610" y="422910"/>
                </a:lnTo>
                <a:lnTo>
                  <a:pt x="179737" y="338328"/>
                </a:lnTo>
                <a:lnTo>
                  <a:pt x="179737" y="2008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FILTER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62795" y="4974622"/>
            <a:ext cx="465201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395396" y="4974622"/>
            <a:ext cx="0" cy="4017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236805" y="5090922"/>
            <a:ext cx="9515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458832" y="5090922"/>
            <a:ext cx="95155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BUCH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5068824" y="5006340"/>
            <a:ext cx="253746" cy="285464"/>
          </a:xfrm>
          <a:custGeom>
            <a:avLst/>
            <a:gdLst/>
            <a:ahLst/>
            <a:cxnLst/>
            <a:rect l="l" t="t" r="r" b="b"/>
            <a:pathLst>
              <a:path w="253746" h="285464">
                <a:moveTo>
                  <a:pt x="0" y="285464"/>
                </a:moveTo>
                <a:lnTo>
                  <a:pt x="0" y="126873"/>
                </a:lnTo>
                <a:lnTo>
                  <a:pt x="126873" y="0"/>
                </a:lnTo>
                <a:lnTo>
                  <a:pt x="253746" y="126873"/>
                </a:lnTo>
                <a:lnTo>
                  <a:pt x="253746" y="285464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4994815" y="5291804"/>
            <a:ext cx="4017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5159750" y="532986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GLOCKE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Konzept 1/3,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41349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25931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10513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95095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79677" y="18550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64259" y="1855089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41349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5931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10513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95095" y="203482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79677" y="2034826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349" y="2214562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25931" y="2214562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10513" y="2214562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5095" y="221456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DATENSTROM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183941" y="1812798"/>
            <a:ext cx="422910" cy="422910"/>
          </a:xfrm>
          <a:custGeom>
            <a:avLst/>
            <a:gdLst/>
            <a:ahLst/>
            <a:cxnLst/>
            <a:rect l="l" t="t" r="r" b="b"/>
            <a:pathLst>
              <a:path w="422910" h="422910">
                <a:moveTo>
                  <a:pt x="0" y="105728"/>
                </a:moveTo>
                <a:lnTo>
                  <a:pt x="232600" y="0"/>
                </a:lnTo>
                <a:lnTo>
                  <a:pt x="422910" y="169164"/>
                </a:lnTo>
                <a:lnTo>
                  <a:pt x="359473" y="401764"/>
                </a:lnTo>
                <a:lnTo>
                  <a:pt x="84582" y="422910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257950" y="1929098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63678" y="2013680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79096" y="2098262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427114" y="1907953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48260" y="2077117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57334" y="2007337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CLUSTER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10233" y="1992535"/>
            <a:ext cx="158591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21688" y="1992535"/>
            <a:ext cx="158591" cy="148018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33143" y="1992535"/>
            <a:ext cx="158591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068824" y="2066544"/>
            <a:ext cx="528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280279" y="2066544"/>
            <a:ext cx="52864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721107" y="2140553"/>
            <a:ext cx="475774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773970" y="2003108"/>
            <a:ext cx="370046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26834" y="1865662"/>
            <a:ext cx="264319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SCHICHTEN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21408" y="1855089"/>
            <a:ext cx="518065" cy="211455"/>
          </a:xfrm>
          <a:custGeom>
            <a:avLst/>
            <a:gdLst/>
            <a:ahLst/>
            <a:cxnLst/>
            <a:rect l="l" t="t" r="r" b="b"/>
            <a:pathLst>
              <a:path w="518065" h="211455">
                <a:moveTo>
                  <a:pt x="0" y="169164"/>
                </a:moveTo>
                <a:lnTo>
                  <a:pt x="74009" y="21145"/>
                </a:lnTo>
                <a:lnTo>
                  <a:pt x="148018" y="211455"/>
                </a:lnTo>
                <a:lnTo>
                  <a:pt x="222028" y="0"/>
                </a:lnTo>
                <a:lnTo>
                  <a:pt x="296037" y="190309"/>
                </a:lnTo>
                <a:lnTo>
                  <a:pt x="370046" y="42291"/>
                </a:lnTo>
                <a:lnTo>
                  <a:pt x="444055" y="211455"/>
                </a:lnTo>
                <a:lnTo>
                  <a:pt x="518065" y="63437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521408" y="2214562"/>
            <a:ext cx="54978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9007754" y="21828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RAUSCHEN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342855" y="1812798"/>
            <a:ext cx="454628" cy="4546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16864" y="1886807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575455" y="1886807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490873" y="1971389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464" y="204539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16864" y="211940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575455" y="2193417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49464" y="1886807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490873" y="2119408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DENKRASTER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H="1" flipV="1">
            <a:off x="1373067" y="3441287"/>
            <a:ext cx="222028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1341349" y="3409569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1595095" y="3441287"/>
            <a:ext cx="222027" cy="1797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1785404" y="3409569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H="1">
            <a:off x="1330776" y="3621024"/>
            <a:ext cx="264319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1299058" y="3589306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595095" y="3621024"/>
            <a:ext cx="264318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1827695" y="3589306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1415358" y="3621024"/>
            <a:ext cx="179737" cy="2008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1383640" y="3790188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595095" y="3621024"/>
            <a:ext cx="179736" cy="20088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1743113" y="3790188"/>
            <a:ext cx="63436" cy="63436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499940" y="3525869"/>
            <a:ext cx="190310" cy="190310"/>
          </a:xfrm>
          <a:prstGeom prst="ellipse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NEURON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3141650" y="3388424"/>
            <a:ext cx="507492" cy="444055"/>
          </a:xfrm>
          <a:custGeom>
            <a:avLst/>
            <a:gdLst/>
            <a:ahLst/>
            <a:cxnLst/>
            <a:rect l="l" t="t" r="r" b="b"/>
            <a:pathLst>
              <a:path w="507492" h="444055">
                <a:moveTo>
                  <a:pt x="0" y="0"/>
                </a:moveTo>
                <a:lnTo>
                  <a:pt x="507492" y="0"/>
                </a:lnTo>
                <a:lnTo>
                  <a:pt x="507492" y="317182"/>
                </a:lnTo>
                <a:lnTo>
                  <a:pt x="190309" y="317182"/>
                </a:lnTo>
                <a:lnTo>
                  <a:pt x="84582" y="444055"/>
                </a:lnTo>
                <a:lnTo>
                  <a:pt x="84582" y="317182"/>
                </a:lnTo>
                <a:lnTo>
                  <a:pt x="0" y="317182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3279096" y="3441287"/>
            <a:ext cx="232600" cy="211455"/>
          </a:xfrm>
          <a:custGeom>
            <a:avLst/>
            <a:gdLst/>
            <a:ahLst/>
            <a:cxnLst/>
            <a:rect l="l" t="t" r="r" b="b"/>
            <a:pathLst>
              <a:path w="232600" h="211455">
                <a:moveTo>
                  <a:pt x="116300" y="0"/>
                </a:moveTo>
                <a:lnTo>
                  <a:pt x="148018" y="74010"/>
                </a:lnTo>
                <a:lnTo>
                  <a:pt x="232600" y="105728"/>
                </a:lnTo>
                <a:lnTo>
                  <a:pt x="148018" y="137446"/>
                </a:lnTo>
                <a:lnTo>
                  <a:pt x="116300" y="211455"/>
                </a:lnTo>
                <a:lnTo>
                  <a:pt x="84582" y="137446"/>
                </a:lnTo>
                <a:lnTo>
                  <a:pt x="0" y="105728"/>
                </a:lnTo>
                <a:lnTo>
                  <a:pt x="84582" y="74010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PROMPT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4963096" y="3409569"/>
            <a:ext cx="232601" cy="42291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963096" y="3451860"/>
            <a:ext cx="232601" cy="1691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963096" y="3451860"/>
            <a:ext cx="232601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963096" y="3409569"/>
            <a:ext cx="232601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963096" y="3621024"/>
            <a:ext cx="232601" cy="169164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963096" y="3790188"/>
            <a:ext cx="232601" cy="42291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195697" y="3409569"/>
            <a:ext cx="232601" cy="2114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195697" y="3621024"/>
            <a:ext cx="2326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195697" y="3621024"/>
            <a:ext cx="232601" cy="2114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4927149" y="3415913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27149" y="3754241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159750" y="3373622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159750" y="3796532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151291" y="3576618"/>
            <a:ext cx="88811" cy="88811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388121" y="3580848"/>
            <a:ext cx="80353" cy="80353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MODELL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21107" y="3536442"/>
            <a:ext cx="190310" cy="19031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953707" y="355758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017144" y="3642170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974853" y="3747897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080580" y="3494151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22871" y="366331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186308" y="3578733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239171" y="3758470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DRIFT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500262" y="3346133"/>
            <a:ext cx="243173" cy="243173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627135" y="3462433"/>
            <a:ext cx="243173" cy="243173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754008" y="3578733"/>
            <a:ext cx="243173" cy="243173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HAFTNOTIZEN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10321709" y="3821906"/>
            <a:ext cx="4652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10368229" y="3709835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368229" y="3614680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68229" y="3519526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547966" y="3709835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0547966" y="3614680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547966" y="351952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547966" y="3424371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547966" y="3329216"/>
            <a:ext cx="76124" cy="76124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727703" y="3709835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727703" y="3614680"/>
            <a:ext cx="76124" cy="76124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PUNKTABFRAGE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394212" y="4932331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0" y="0"/>
                </a:moveTo>
                <a:lnTo>
                  <a:pt x="401765" y="0"/>
                </a:lnTo>
                <a:lnTo>
                  <a:pt x="200883" y="2431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394212" y="5175504"/>
            <a:ext cx="401765" cy="243173"/>
          </a:xfrm>
          <a:custGeom>
            <a:avLst/>
            <a:gdLst/>
            <a:ahLst/>
            <a:cxnLst/>
            <a:rect l="l" t="t" r="r" b="b"/>
            <a:pathLst>
              <a:path w="401765" h="243173">
                <a:moveTo>
                  <a:pt x="200883" y="0"/>
                </a:moveTo>
                <a:lnTo>
                  <a:pt x="401765" y="243173"/>
                </a:lnTo>
                <a:lnTo>
                  <a:pt x="0" y="243173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31658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95095" y="5323522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TIMEBOX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3099359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3395396" y="5006340"/>
            <a:ext cx="296037" cy="338328"/>
          </a:xfrm>
          <a:custGeom>
            <a:avLst/>
            <a:gdLst/>
            <a:ahLst/>
            <a:cxnLst/>
            <a:rect l="l" t="t" r="r" b="b"/>
            <a:pathLst>
              <a:path w="296037" h="338328">
                <a:moveTo>
                  <a:pt x="0" y="169164"/>
                </a:moveTo>
                <a:lnTo>
                  <a:pt x="148018" y="0"/>
                </a:lnTo>
                <a:lnTo>
                  <a:pt x="296037" y="169164"/>
                </a:lnTo>
                <a:lnTo>
                  <a:pt x="148018" y="338328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DOPPEL-DIAMANT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5005388" y="4921758"/>
            <a:ext cx="0" cy="507492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 150"/>
          <p:cNvSpPr/>
          <p:nvPr/>
        </p:nvSpPr>
        <p:spPr>
          <a:xfrm>
            <a:off x="5089970" y="4964049"/>
            <a:ext cx="338328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969440" y="4980965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089970" y="5112067"/>
            <a:ext cx="338328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969440" y="5128984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089970" y="5260086"/>
            <a:ext cx="338328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969440" y="5277002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AGENDA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721107" y="4921758"/>
            <a:ext cx="475774" cy="444056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1" name="Connector 160"/>
          <p:cNvCxnSpPr/>
          <p:nvPr/>
        </p:nvCxnSpPr>
        <p:spPr>
          <a:xfrm>
            <a:off x="6721107" y="5048631"/>
            <a:ext cx="4757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/>
          <p:cNvSpPr/>
          <p:nvPr/>
        </p:nvSpPr>
        <p:spPr>
          <a:xfrm>
            <a:off x="6773970" y="5112067"/>
            <a:ext cx="116300" cy="21145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3" name="Connector 162"/>
          <p:cNvCxnSpPr/>
          <p:nvPr/>
        </p:nvCxnSpPr>
        <p:spPr>
          <a:xfrm>
            <a:off x="6953707" y="5133213"/>
            <a:ext cx="1903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6953707" y="5217795"/>
            <a:ext cx="1903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953707" y="5302377"/>
            <a:ext cx="1903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LAYOUT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510835" y="4974622"/>
            <a:ext cx="296037" cy="40176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8849163" y="5038058"/>
            <a:ext cx="148018" cy="274892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028900" y="5112067"/>
            <a:ext cx="63436" cy="126873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RESPONSIV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480300" y="5080349"/>
            <a:ext cx="232600" cy="19031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395718" y="4995767"/>
            <a:ext cx="401764" cy="35947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FOKUS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Konzept 2/3,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00822" y="1960816"/>
            <a:ext cx="190310" cy="21145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299058" y="2003108"/>
            <a:ext cx="35947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83640" y="2066544"/>
            <a:ext cx="27489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68222" y="2129980"/>
            <a:ext cx="190309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TEMPO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5086" y="2066544"/>
            <a:ext cx="317182" cy="19031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363678" y="1918526"/>
            <a:ext cx="0" cy="148018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3257950" y="1855089"/>
            <a:ext cx="211455" cy="126873"/>
          </a:xfrm>
          <a:custGeom>
            <a:avLst/>
            <a:gdLst/>
            <a:ahLst/>
            <a:cxnLst/>
            <a:rect l="l" t="t" r="r" b="b"/>
            <a:pathLst>
              <a:path w="211455" h="126873">
                <a:moveTo>
                  <a:pt x="0" y="126873"/>
                </a:moveTo>
                <a:lnTo>
                  <a:pt x="105728" y="0"/>
                </a:lnTo>
                <a:lnTo>
                  <a:pt x="211455" y="126873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141650" y="2320290"/>
            <a:ext cx="422910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DEPLOY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5005388" y="1876234"/>
            <a:ext cx="380618" cy="380620"/>
          </a:xfrm>
          <a:custGeom>
            <a:avLst/>
            <a:gdLst/>
            <a:ahLst/>
            <a:cxnLst/>
            <a:rect l="l" t="t" r="r" b="b"/>
            <a:pathLst>
              <a:path w="380618" h="380620">
                <a:moveTo>
                  <a:pt x="317182" y="0"/>
                </a:moveTo>
                <a:lnTo>
                  <a:pt x="0" y="0"/>
                </a:lnTo>
                <a:lnTo>
                  <a:pt x="0" y="380620"/>
                </a:lnTo>
                <a:lnTo>
                  <a:pt x="380618" y="380620"/>
                </a:lnTo>
                <a:lnTo>
                  <a:pt x="380618" y="126874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5259134" y="1812798"/>
            <a:ext cx="105727" cy="126873"/>
          </a:xfrm>
          <a:custGeom>
            <a:avLst/>
            <a:gdLst/>
            <a:ahLst/>
            <a:cxnLst/>
            <a:rect l="l" t="t" r="r" b="b"/>
            <a:pathLst>
              <a:path w="105727" h="126873">
                <a:moveTo>
                  <a:pt x="0" y="0"/>
                </a:moveTo>
                <a:lnTo>
                  <a:pt x="105727" y="63436"/>
                </a:lnTo>
                <a:lnTo>
                  <a:pt x="0" y="126873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ITERATION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6763398" y="1876234"/>
            <a:ext cx="422910" cy="380620"/>
          </a:xfrm>
          <a:custGeom>
            <a:avLst/>
            <a:gdLst/>
            <a:ahLst/>
            <a:cxnLst/>
            <a:rect l="l" t="t" r="r" b="b"/>
            <a:pathLst>
              <a:path w="422910" h="380620">
                <a:moveTo>
                  <a:pt x="0" y="380620"/>
                </a:moveTo>
                <a:lnTo>
                  <a:pt x="137445" y="169164"/>
                </a:lnTo>
                <a:lnTo>
                  <a:pt x="296037" y="274892"/>
                </a:lnTo>
                <a:lnTo>
                  <a:pt x="422910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27450" y="2220906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64896" y="2009451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23487" y="2115179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50360" y="1840287"/>
            <a:ext cx="71895" cy="71895"/>
          </a:xfrm>
          <a:prstGeom prst="ellipse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7186308" y="1876234"/>
            <a:ext cx="105727" cy="232601"/>
          </a:xfrm>
          <a:custGeom>
            <a:avLst/>
            <a:gdLst/>
            <a:ahLst/>
            <a:cxnLst/>
            <a:rect l="l" t="t" r="r" b="b"/>
            <a:pathLst>
              <a:path w="105727" h="232601">
                <a:moveTo>
                  <a:pt x="0" y="0"/>
                </a:moveTo>
                <a:lnTo>
                  <a:pt x="0" y="211456"/>
                </a:lnTo>
                <a:lnTo>
                  <a:pt x="63436" y="148019"/>
                </a:lnTo>
                <a:lnTo>
                  <a:pt x="105727" y="232601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KLICKPFAD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21408" y="196081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05990" y="1960816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21408" y="204539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05990" y="2045398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32863" y="1960816"/>
            <a:ext cx="148018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44318" y="1960816"/>
            <a:ext cx="148018" cy="14801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DETAILGRAD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00564" y="1812798"/>
            <a:ext cx="158591" cy="158591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480300" y="1812798"/>
            <a:ext cx="222028" cy="200882"/>
          </a:xfrm>
          <a:custGeom>
            <a:avLst/>
            <a:gdLst/>
            <a:ahLst/>
            <a:cxnLst/>
            <a:rect l="l" t="t" r="r" b="b"/>
            <a:pathLst>
              <a:path w="222028" h="200882">
                <a:moveTo>
                  <a:pt x="0" y="52864"/>
                </a:moveTo>
                <a:lnTo>
                  <a:pt x="105728" y="0"/>
                </a:lnTo>
                <a:lnTo>
                  <a:pt x="190310" y="74009"/>
                </a:lnTo>
                <a:lnTo>
                  <a:pt x="222028" y="200882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533164" y="2066544"/>
            <a:ext cx="2960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10575455" y="2066544"/>
            <a:ext cx="211455" cy="190310"/>
          </a:xfrm>
          <a:custGeom>
            <a:avLst/>
            <a:gdLst/>
            <a:ahLst/>
            <a:cxnLst/>
            <a:rect l="l" t="t" r="r" b="b"/>
            <a:pathLst>
              <a:path w="211455" h="190310">
                <a:moveTo>
                  <a:pt x="0" y="0"/>
                </a:moveTo>
                <a:lnTo>
                  <a:pt x="31718" y="190310"/>
                </a:lnTo>
                <a:lnTo>
                  <a:pt x="179737" y="190310"/>
                </a:lnTo>
                <a:lnTo>
                  <a:pt x="211455" y="0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49464" y="2140553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WEGWERF-PROTOTYP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1299058" y="3473006"/>
            <a:ext cx="444055" cy="296037"/>
          </a:xfrm>
          <a:custGeom>
            <a:avLst/>
            <a:gdLst/>
            <a:ahLst/>
            <a:cxnLst/>
            <a:rect l="l" t="t" r="r" b="b"/>
            <a:pathLst>
              <a:path w="444055" h="296037">
                <a:moveTo>
                  <a:pt x="0" y="148018"/>
                </a:moveTo>
                <a:lnTo>
                  <a:pt x="105727" y="148018"/>
                </a:lnTo>
                <a:lnTo>
                  <a:pt x="158591" y="0"/>
                </a:lnTo>
                <a:lnTo>
                  <a:pt x="222027" y="296037"/>
                </a:lnTo>
                <a:lnTo>
                  <a:pt x="285464" y="63436"/>
                </a:lnTo>
                <a:lnTo>
                  <a:pt x="338328" y="148018"/>
                </a:lnTo>
                <a:lnTo>
                  <a:pt x="444055" y="148018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721968" y="3578733"/>
            <a:ext cx="84582" cy="84582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827695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MONITORING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77541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131077" y="3398996"/>
            <a:ext cx="422910" cy="359474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3257950" y="3441287"/>
            <a:ext cx="169164" cy="296037"/>
          </a:xfrm>
          <a:custGeom>
            <a:avLst/>
            <a:gdLst/>
            <a:ahLst/>
            <a:cxnLst/>
            <a:rect l="l" t="t" r="r" b="b"/>
            <a:pathLst>
              <a:path w="169164" h="296037">
                <a:moveTo>
                  <a:pt x="116300" y="0"/>
                </a:moveTo>
                <a:lnTo>
                  <a:pt x="0" y="169164"/>
                </a:lnTo>
                <a:lnTo>
                  <a:pt x="84582" y="169164"/>
                </a:lnTo>
                <a:lnTo>
                  <a:pt x="31718" y="296037"/>
                </a:lnTo>
                <a:lnTo>
                  <a:pt x="169164" y="116301"/>
                </a:lnTo>
                <a:lnTo>
                  <a:pt x="84582" y="116301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27996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77541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STOERUNG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77842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005388" y="3420142"/>
            <a:ext cx="359473" cy="348901"/>
          </a:xfrm>
          <a:custGeom>
            <a:avLst/>
            <a:gdLst/>
            <a:ahLst/>
            <a:cxnLst/>
            <a:rect l="l" t="t" r="r" b="b"/>
            <a:pathLst>
              <a:path w="359473" h="348901">
                <a:moveTo>
                  <a:pt x="84582" y="0"/>
                </a:moveTo>
                <a:lnTo>
                  <a:pt x="359473" y="0"/>
                </a:lnTo>
                <a:lnTo>
                  <a:pt x="359473" y="348901"/>
                </a:lnTo>
                <a:lnTo>
                  <a:pt x="0" y="348901"/>
                </a:lnTo>
                <a:lnTo>
                  <a:pt x="0" y="148018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931378" y="3462433"/>
            <a:ext cx="148019" cy="116300"/>
          </a:xfrm>
          <a:custGeom>
            <a:avLst/>
            <a:gdLst/>
            <a:ahLst/>
            <a:cxnLst/>
            <a:rect l="l" t="t" r="r" b="b"/>
            <a:pathLst>
              <a:path w="148019" h="116300">
                <a:moveTo>
                  <a:pt x="0" y="116300"/>
                </a:moveTo>
                <a:lnTo>
                  <a:pt x="74010" y="0"/>
                </a:lnTo>
                <a:lnTo>
                  <a:pt x="148019" y="116300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428298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77842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ROLLBACK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78143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6710534" y="3811334"/>
            <a:ext cx="4652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742252" y="3684461"/>
            <a:ext cx="105728" cy="126873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890271" y="3578733"/>
            <a:ext cx="105728" cy="2326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38289" y="3430715"/>
            <a:ext cx="105728" cy="380619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228599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8143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SKALIEREN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78444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510835" y="3420142"/>
            <a:ext cx="211455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510835" y="3631597"/>
            <a:ext cx="211455" cy="14801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785727" y="3525869"/>
            <a:ext cx="190310" cy="148018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8722290" y="3599879"/>
            <a:ext cx="634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9028900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978444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SICHERUNG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778746" y="303580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311136" y="3441287"/>
            <a:ext cx="200882" cy="317182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86028" y="3451860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681183" y="3451860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617746" y="3547015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723474" y="3568160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86028" y="3642170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702328" y="3663315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628319" y="3737324"/>
            <a:ext cx="63436" cy="63436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829201" y="3853625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778746" y="427024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VERSCHLUESSELN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7240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36503" y="5016913"/>
            <a:ext cx="327755" cy="296037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1299058" y="5016913"/>
            <a:ext cx="95154" cy="84582"/>
          </a:xfrm>
          <a:custGeom>
            <a:avLst/>
            <a:gdLst/>
            <a:ahLst/>
            <a:cxnLst/>
            <a:rect l="l" t="t" r="r" b="b"/>
            <a:pathLst>
              <a:path w="95154" h="84582">
                <a:moveTo>
                  <a:pt x="0" y="0"/>
                </a:moveTo>
                <a:lnTo>
                  <a:pt x="95154" y="42291"/>
                </a:lnTo>
                <a:lnTo>
                  <a:pt x="0" y="845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1299058" y="5122640"/>
            <a:ext cx="95154" cy="84582"/>
          </a:xfrm>
          <a:custGeom>
            <a:avLst/>
            <a:gdLst/>
            <a:ahLst/>
            <a:cxnLst/>
            <a:rect l="l" t="t" r="r" b="b"/>
            <a:pathLst>
              <a:path w="95154" h="84582">
                <a:moveTo>
                  <a:pt x="0" y="0"/>
                </a:moveTo>
                <a:lnTo>
                  <a:pt x="95154" y="42291"/>
                </a:lnTo>
                <a:lnTo>
                  <a:pt x="0" y="845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1299058" y="5228368"/>
            <a:ext cx="95154" cy="84582"/>
          </a:xfrm>
          <a:custGeom>
            <a:avLst/>
            <a:gdLst/>
            <a:ahLst/>
            <a:cxnLst/>
            <a:rect l="l" t="t" r="r" b="b"/>
            <a:pathLst>
              <a:path w="95154" h="84582">
                <a:moveTo>
                  <a:pt x="0" y="0"/>
                </a:moveTo>
                <a:lnTo>
                  <a:pt x="95154" y="42291"/>
                </a:lnTo>
                <a:lnTo>
                  <a:pt x="0" y="84582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827695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77240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ANGRIFFSFLAECHE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577541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131077" y="5069776"/>
            <a:ext cx="190310" cy="190310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190284" y="5128984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3321387" y="5164931"/>
            <a:ext cx="264318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501123" y="5164931"/>
            <a:ext cx="0" cy="95155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4560" y="5164931"/>
            <a:ext cx="0" cy="63437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/>
          <p:cNvSpPr/>
          <p:nvPr/>
        </p:nvSpPr>
        <p:spPr>
          <a:xfrm>
            <a:off x="3627996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577541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BERECHTIGUNG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77842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941951" y="5016913"/>
            <a:ext cx="232600" cy="296037"/>
          </a:xfrm>
          <a:prstGeom prst="rect">
            <a:avLst/>
          </a:prstGeom>
          <a:solidFill>
            <a:srgbClr val="FFFEE5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174552" y="5016913"/>
            <a:ext cx="232600" cy="296037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428298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377842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KONTRAST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78143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721107" y="5101495"/>
            <a:ext cx="126873" cy="126873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911416" y="5101495"/>
            <a:ext cx="126873" cy="126873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101726" y="5101495"/>
            <a:ext cx="126873" cy="126873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6847980" y="5164931"/>
            <a:ext cx="63436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7038289" y="5164931"/>
            <a:ext cx="6343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7228599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178143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TASTATURPFAD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978444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531981" y="5133213"/>
            <a:ext cx="63436" cy="84582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637708" y="5059204"/>
            <a:ext cx="63436" cy="2326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743436" y="4995767"/>
            <a:ext cx="63436" cy="35947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849163" y="5080349"/>
            <a:ext cx="63436" cy="19031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8954891" y="5154358"/>
            <a:ext cx="63436" cy="52864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028900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978444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VORLESEN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778746" y="459028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300564" y="5048631"/>
            <a:ext cx="190310" cy="2114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660037" y="5048631"/>
            <a:ext cx="190310" cy="211455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1" name="Connector 130"/>
          <p:cNvCxnSpPr/>
          <p:nvPr/>
        </p:nvCxnSpPr>
        <p:spPr>
          <a:xfrm>
            <a:off x="10512019" y="5154358"/>
            <a:ext cx="105727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Freeform 131"/>
          <p:cNvSpPr/>
          <p:nvPr/>
        </p:nvSpPr>
        <p:spPr>
          <a:xfrm>
            <a:off x="10596601" y="5101495"/>
            <a:ext cx="63436" cy="105727"/>
          </a:xfrm>
          <a:custGeom>
            <a:avLst/>
            <a:gdLst/>
            <a:ahLst/>
            <a:cxnLst/>
            <a:rect l="l" t="t" r="r" b="b"/>
            <a:pathLst>
              <a:path w="63436" h="105727">
                <a:moveTo>
                  <a:pt x="0" y="0"/>
                </a:moveTo>
                <a:lnTo>
                  <a:pt x="63436" y="52863"/>
                </a:lnTo>
                <a:lnTo>
                  <a:pt x="0" y="105727"/>
                </a:lnTo>
                <a:close/>
              </a:path>
            </a:pathLst>
          </a:cu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829201" y="540810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78746" y="582472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UEBERGABE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DIALEKT A · INVERTIERT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FFFEE5"/>
                </a:solidFill>
                <a:latin typeface="Space Mono"/>
              </a:rPr>
              <a:t>// AUF TINTE-SCHWARZ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EE5"/>
                </a:solidFill>
                <a:latin typeface="Zilla Slab"/>
              </a:rPr>
              <a:t>Konzept 3/3, invertiert.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09630" y="1929098"/>
            <a:ext cx="285464" cy="264319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373067" y="1992535"/>
            <a:ext cx="169164" cy="126873"/>
          </a:xfrm>
          <a:custGeom>
            <a:avLst/>
            <a:gdLst/>
            <a:ahLst/>
            <a:cxnLst/>
            <a:rect l="l" t="t" r="r" b="b"/>
            <a:pathLst>
              <a:path w="169164" h="126873">
                <a:moveTo>
                  <a:pt x="0" y="63436"/>
                </a:moveTo>
                <a:lnTo>
                  <a:pt x="63436" y="126873"/>
                </a:lnTo>
                <a:lnTo>
                  <a:pt x="169164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84522" y="1886807"/>
            <a:ext cx="211455" cy="211455"/>
          </a:xfrm>
          <a:prstGeom prst="ellipse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764259" y="2066544"/>
            <a:ext cx="31718" cy="31718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654302" y="1956587"/>
            <a:ext cx="71895" cy="71895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7695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77541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109932" y="2055971"/>
            <a:ext cx="190309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3300241" y="1907953"/>
            <a:ext cx="296037" cy="148018"/>
          </a:xfrm>
          <a:custGeom>
            <a:avLst/>
            <a:gdLst/>
            <a:ahLst/>
            <a:cxnLst/>
            <a:rect l="l" t="t" r="r" b="b"/>
            <a:pathLst>
              <a:path w="296037" h="148018">
                <a:moveTo>
                  <a:pt x="0" y="148018"/>
                </a:moveTo>
                <a:lnTo>
                  <a:pt x="148019" y="0"/>
                </a:lnTo>
                <a:lnTo>
                  <a:pt x="296037" y="0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3300241" y="2055971"/>
            <a:ext cx="296037" cy="148019"/>
          </a:xfrm>
          <a:custGeom>
            <a:avLst/>
            <a:gdLst/>
            <a:ahLst/>
            <a:cxnLst/>
            <a:rect l="l" t="t" r="r" b="b"/>
            <a:pathLst>
              <a:path w="296037" h="148019">
                <a:moveTo>
                  <a:pt x="0" y="0"/>
                </a:moveTo>
                <a:lnTo>
                  <a:pt x="148019" y="148019"/>
                </a:lnTo>
                <a:lnTo>
                  <a:pt x="296037" y="148019"/>
                </a:lnTo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53721" y="2009451"/>
            <a:ext cx="93040" cy="93040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27996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77541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WEGGABELUNG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41951" y="2129980"/>
            <a:ext cx="359474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94815" y="2013680"/>
            <a:ext cx="327755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7678" y="1897380"/>
            <a:ext cx="296037" cy="105728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11115" y="1781080"/>
            <a:ext cx="253746" cy="105728"/>
          </a:xfrm>
          <a:prstGeom prst="rect">
            <a:avLst/>
          </a:prstGeom>
          <a:solidFill>
            <a:srgbClr val="00FF9C"/>
          </a:solidFill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28298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7842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TECHNISCHE SCHULD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8143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6731679" y="1929098"/>
            <a:ext cx="169164" cy="253746"/>
          </a:xfrm>
          <a:custGeom>
            <a:avLst/>
            <a:gdLst/>
            <a:ahLst/>
            <a:cxnLst/>
            <a:rect l="l" t="t" r="r" b="b"/>
            <a:pathLst>
              <a:path w="169164" h="253746">
                <a:moveTo>
                  <a:pt x="0" y="0"/>
                </a:moveTo>
                <a:lnTo>
                  <a:pt x="169164" y="253746"/>
                </a:lnTo>
                <a:lnTo>
                  <a:pt x="0" y="253746"/>
                </a:lnTo>
                <a:lnTo>
                  <a:pt x="169164" y="0"/>
                </a:lnTo>
                <a:close/>
              </a:path>
            </a:pathLst>
          </a:cu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985425" y="2055971"/>
            <a:ext cx="200883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133444" y="2024253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8599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8143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AUFRAEUMEN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78444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21408" y="1865662"/>
            <a:ext cx="465201" cy="11630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21408" y="2024253"/>
            <a:ext cx="465201" cy="116300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521408" y="2182844"/>
            <a:ext cx="422910" cy="84582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863" y="1865662"/>
            <a:ext cx="52864" cy="52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01145" y="2024253"/>
            <a:ext cx="52864" cy="52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754008" y="2182844"/>
            <a:ext cx="52864" cy="52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28900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78444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ALTSYSTEM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78746" y="1481328"/>
            <a:ext cx="1635709" cy="1170432"/>
          </a:xfrm>
          <a:prstGeom prst="rect">
            <a:avLst/>
          </a:prstGeom>
          <a:noFill/>
          <a:ln w="25400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21709" y="1844516"/>
            <a:ext cx="465201" cy="380619"/>
          </a:xfrm>
          <a:prstGeom prst="rect">
            <a:avLst/>
          </a:prstGeom>
          <a:noFill/>
          <a:ln w="42291">
            <a:solidFill>
              <a:srgbClr val="FFF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0480300" y="1844516"/>
            <a:ext cx="0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628319" y="1844516"/>
            <a:ext cx="0" cy="380619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321709" y="1971389"/>
            <a:ext cx="4652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21709" y="2098262"/>
            <a:ext cx="465201" cy="0"/>
          </a:xfrm>
          <a:prstGeom prst="line">
            <a:avLst/>
          </a:prstGeom>
          <a:ln w="42291">
            <a:solidFill>
              <a:srgbClr val="FFFE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0480300" y="1971389"/>
            <a:ext cx="148018" cy="126873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829201" y="2299144"/>
            <a:ext cx="63436" cy="6343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78746" y="2715768"/>
            <a:ext cx="163570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EE5"/>
                </a:solidFill>
                <a:latin typeface="Space Mono"/>
              </a:rPr>
              <a:t>TESTABDECKUNG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DIALEKT B · PIXEL-ART &amp; WORTMARKE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932688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Pixel-Art.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48815" y="19516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0252" y="19516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77378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8815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20252" y="202311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05940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77378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48815" y="209454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4502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5940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77378" y="216598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63065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34502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05940" y="223742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1628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63065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34502" y="2308860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520190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91628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663065" y="2380298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8752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0190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91628" y="2451735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48752" y="25231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20190" y="2523172"/>
            <a:ext cx="71438" cy="71438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48815" y="2023110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05940" y="2165985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63065" y="2308860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20190" y="2451735"/>
            <a:ext cx="71438" cy="71438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20252" y="1951672"/>
            <a:ext cx="71438" cy="71438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877378" y="2094548"/>
            <a:ext cx="71438" cy="71438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48752" y="2523172"/>
            <a:ext cx="71438" cy="7143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9884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PIXEL-GURKE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036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34013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41169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69794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76951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26857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534013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1169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748326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62638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9794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76951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84107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2685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534013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41169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48326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55482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962638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069794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76951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28410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426857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534013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41169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48326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55482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962638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069794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76951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284107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34013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641169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748326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55482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962638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069794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76951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641169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748326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855482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962638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69794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748326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855482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962638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855482" y="263032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30196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88036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PIXEL-HERZ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983479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958602" y="18802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851446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58602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065758" y="19873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52997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37133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744289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851446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958602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065758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172914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80071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387227" y="209454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37133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744289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851446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958602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065758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172914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280071" y="220170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744289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851446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958602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065758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72914" y="230886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637133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744289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851446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065758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172914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280071" y="241601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529977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637133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280071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387227" y="252317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40508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983479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PIXEL-STERN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086599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686675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793831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900988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008144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115300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222456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329612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8436769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686675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7793831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900988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008144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115300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22245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32961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436769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68667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7793831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900988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800814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115300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822245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832961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43676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68667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793831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900988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00814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115300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822245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8329612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843676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7686675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793831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900988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008144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115300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22245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832961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436769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686675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793831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7900988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8008144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11530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222456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329612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436769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686675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793831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900988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008144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115300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222456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329612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436769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7900988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7900988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8008144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8008144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8115300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115300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222456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22456" y="2451735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7900988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7900988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008144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008144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8115300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8115300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8222456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8222456" y="2023110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50820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086599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PIXEL-DISKETTE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9189719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0254139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0361295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468451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0254139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10361295" y="1915954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10468451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0254139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10361295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10468451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82551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025413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36129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468451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982551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9932670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1003982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10146982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1025413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1036129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10468451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825514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932670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003982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014698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0254139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0361295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993267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0039826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0146982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254139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932670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254139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61132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189719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PIXEL-DINO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1129284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2035790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2142946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2250102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2357259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1928634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2035790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2142946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250102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2357259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464415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1821478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1928634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2035790" y="2023110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214294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225010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2357259" y="2023110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2464415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2571571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1821478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192863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2035790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214294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225010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1235725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246441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2571571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1821478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192863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2035790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214294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2250102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235725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246441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2571571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1821478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1928634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2035790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214294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225010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2357259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2464415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2571571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1821478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1928634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203579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2142946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2250102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2357259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2464415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2571571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1821478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12035790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12357259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12571571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1271444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112928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PIXEL-GEIST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3395959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4138910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4460379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4246066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4353222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4138910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424606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435322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4460379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403175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4138910" y="2130266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424606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435322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14460379" y="2130266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1456753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13924597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1403175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14138910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1424606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14353222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1446037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1456753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14674691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13924597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4138910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1424606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1435322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14460379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14674691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13924597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1413891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14460379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14674691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14138910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14460379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1481756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13395959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PIXEL-ALIEN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1549908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6349186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6456342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6242030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6349186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6456342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6563499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6134874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6242030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634918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645634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6563499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6670655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6027718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6134874" y="2130266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6242030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634918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645634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56349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670655" y="2130266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777811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613487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6242030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634918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6456342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656349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667065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6134874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634918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645634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16670655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16134874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1624203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16349186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16456342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16563499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16670655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16134874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16242030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16563499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16670655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1692068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1549908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PIXEL-ROBOTER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1760220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18130838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18880931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18130838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18237994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18773775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18880931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8130838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8237994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18345150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1845230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1855946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18666619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18773775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18880931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18130838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18237994" y="2130266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18345150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1866661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18773775" y="2130266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18880931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18130838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823799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8345150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845230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18559462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1866661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1877377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18880931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18130838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18345150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1845230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1855946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18666619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8880931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8130838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8237994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1834515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18452306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18559462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18666619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18773775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18880931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18237994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18773775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1902380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TextBox 421"/>
          <p:cNvSpPr txBox="1"/>
          <p:nvPr/>
        </p:nvSpPr>
        <p:spPr>
          <a:xfrm>
            <a:off x="1760220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PIXEL-KATZE</a:t>
            </a:r>
          </a:p>
        </p:txBody>
      </p:sp>
      <p:sp>
        <p:nvSpPr>
          <p:cNvPr id="423" name="Rectangle 422"/>
          <p:cNvSpPr/>
          <p:nvPr/>
        </p:nvSpPr>
        <p:spPr>
          <a:xfrm>
            <a:off x="1970532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20448270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20555426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20662582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20769739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20341114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20448270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20555426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20662582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20769739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20876895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20233958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20341114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20448270" y="2023110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2055542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2066258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20769739" y="2023110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20876895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20984051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20233958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2034111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20448270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2055542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2066258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2076973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2087689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20984051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20341114" y="2237422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20448270" y="2237422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20555426" y="2237422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20662582" y="2237422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20769739" y="2237422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20876895" y="2237422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20555426" y="2344579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20662582" y="2344579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20555426" y="2451735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20662582" y="2451735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20448270" y="2558891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20555426" y="2558891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20662582" y="2558891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20769739" y="2558891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ectangle 463"/>
          <p:cNvSpPr/>
          <p:nvPr/>
        </p:nvSpPr>
        <p:spPr>
          <a:xfrm>
            <a:off x="2112692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197053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PIXEL-PILZ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2180844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22337078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ectangle 467"/>
          <p:cNvSpPr/>
          <p:nvPr/>
        </p:nvSpPr>
        <p:spPr>
          <a:xfrm>
            <a:off x="22658546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ectangle 468"/>
          <p:cNvSpPr/>
          <p:nvPr/>
        </p:nvSpPr>
        <p:spPr>
          <a:xfrm>
            <a:off x="22765702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ectangle 469"/>
          <p:cNvSpPr/>
          <p:nvPr/>
        </p:nvSpPr>
        <p:spPr>
          <a:xfrm>
            <a:off x="23087171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ectangle 470"/>
          <p:cNvSpPr/>
          <p:nvPr/>
        </p:nvSpPr>
        <p:spPr>
          <a:xfrm>
            <a:off x="22444234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22658546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Rectangle 472"/>
          <p:cNvSpPr/>
          <p:nvPr/>
        </p:nvSpPr>
        <p:spPr>
          <a:xfrm>
            <a:off x="22765702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Rectangle 473"/>
          <p:cNvSpPr/>
          <p:nvPr/>
        </p:nvSpPr>
        <p:spPr>
          <a:xfrm>
            <a:off x="22980015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Rectangle 474"/>
          <p:cNvSpPr/>
          <p:nvPr/>
        </p:nvSpPr>
        <p:spPr>
          <a:xfrm>
            <a:off x="22551390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Rectangle 475"/>
          <p:cNvSpPr/>
          <p:nvPr/>
        </p:nvSpPr>
        <p:spPr>
          <a:xfrm>
            <a:off x="2265854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Rectangle 476"/>
          <p:cNvSpPr/>
          <p:nvPr/>
        </p:nvSpPr>
        <p:spPr>
          <a:xfrm>
            <a:off x="2276570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Rectangle 477"/>
          <p:cNvSpPr/>
          <p:nvPr/>
        </p:nvSpPr>
        <p:spPr>
          <a:xfrm>
            <a:off x="22872859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Rectangle 478"/>
          <p:cNvSpPr/>
          <p:nvPr/>
        </p:nvSpPr>
        <p:spPr>
          <a:xfrm>
            <a:off x="2244423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22551390" y="2130266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Rectangle 480"/>
          <p:cNvSpPr/>
          <p:nvPr/>
        </p:nvSpPr>
        <p:spPr>
          <a:xfrm>
            <a:off x="2265854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2276570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Rectangle 482"/>
          <p:cNvSpPr/>
          <p:nvPr/>
        </p:nvSpPr>
        <p:spPr>
          <a:xfrm>
            <a:off x="22872859" y="2130266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2298001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Rectangle 484"/>
          <p:cNvSpPr/>
          <p:nvPr/>
        </p:nvSpPr>
        <p:spPr>
          <a:xfrm>
            <a:off x="22337078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Rectangle 485"/>
          <p:cNvSpPr/>
          <p:nvPr/>
        </p:nvSpPr>
        <p:spPr>
          <a:xfrm>
            <a:off x="2244423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ectangle 486"/>
          <p:cNvSpPr/>
          <p:nvPr/>
        </p:nvSpPr>
        <p:spPr>
          <a:xfrm>
            <a:off x="22551390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Rectangle 487"/>
          <p:cNvSpPr/>
          <p:nvPr/>
        </p:nvSpPr>
        <p:spPr>
          <a:xfrm>
            <a:off x="2265854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22765702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2287285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2298001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Rectangle 491"/>
          <p:cNvSpPr/>
          <p:nvPr/>
        </p:nvSpPr>
        <p:spPr>
          <a:xfrm>
            <a:off x="23087171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ectangle 492"/>
          <p:cNvSpPr/>
          <p:nvPr/>
        </p:nvSpPr>
        <p:spPr>
          <a:xfrm>
            <a:off x="22444234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Rectangle 493"/>
          <p:cNvSpPr/>
          <p:nvPr/>
        </p:nvSpPr>
        <p:spPr>
          <a:xfrm>
            <a:off x="22551390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Rectangle 494"/>
          <p:cNvSpPr/>
          <p:nvPr/>
        </p:nvSpPr>
        <p:spPr>
          <a:xfrm>
            <a:off x="2265854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ectangle 495"/>
          <p:cNvSpPr/>
          <p:nvPr/>
        </p:nvSpPr>
        <p:spPr>
          <a:xfrm>
            <a:off x="2276570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Rectangle 496"/>
          <p:cNvSpPr/>
          <p:nvPr/>
        </p:nvSpPr>
        <p:spPr>
          <a:xfrm>
            <a:off x="22872859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Rectangle 497"/>
          <p:cNvSpPr/>
          <p:nvPr/>
        </p:nvSpPr>
        <p:spPr>
          <a:xfrm>
            <a:off x="22980015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ectangle 498"/>
          <p:cNvSpPr/>
          <p:nvPr/>
        </p:nvSpPr>
        <p:spPr>
          <a:xfrm>
            <a:off x="22337078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Rectangle 499"/>
          <p:cNvSpPr/>
          <p:nvPr/>
        </p:nvSpPr>
        <p:spPr>
          <a:xfrm>
            <a:off x="2255139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Rectangle 500"/>
          <p:cNvSpPr/>
          <p:nvPr/>
        </p:nvSpPr>
        <p:spPr>
          <a:xfrm>
            <a:off x="22658546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ectangle 501"/>
          <p:cNvSpPr/>
          <p:nvPr/>
        </p:nvSpPr>
        <p:spPr>
          <a:xfrm>
            <a:off x="22765702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22872859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Rectangle 503"/>
          <p:cNvSpPr/>
          <p:nvPr/>
        </p:nvSpPr>
        <p:spPr>
          <a:xfrm>
            <a:off x="23087171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ectangle 504"/>
          <p:cNvSpPr/>
          <p:nvPr/>
        </p:nvSpPr>
        <p:spPr>
          <a:xfrm>
            <a:off x="22444234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Rectangle 505"/>
          <p:cNvSpPr/>
          <p:nvPr/>
        </p:nvSpPr>
        <p:spPr>
          <a:xfrm>
            <a:off x="22980015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Rectangle 506"/>
          <p:cNvSpPr/>
          <p:nvPr/>
        </p:nvSpPr>
        <p:spPr>
          <a:xfrm>
            <a:off x="2323004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TextBox 507"/>
          <p:cNvSpPr txBox="1"/>
          <p:nvPr/>
        </p:nvSpPr>
        <p:spPr>
          <a:xfrm>
            <a:off x="218084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PIXEL-KAEFER</a:t>
            </a:r>
          </a:p>
        </p:txBody>
      </p:sp>
      <p:sp>
        <p:nvSpPr>
          <p:cNvPr id="509" name="Rectangle 508"/>
          <p:cNvSpPr/>
          <p:nvPr/>
        </p:nvSpPr>
        <p:spPr>
          <a:xfrm>
            <a:off x="2391156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Rectangle 509"/>
          <p:cNvSpPr/>
          <p:nvPr/>
        </p:nvSpPr>
        <p:spPr>
          <a:xfrm>
            <a:off x="24547354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24654510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Rectangle 511"/>
          <p:cNvSpPr/>
          <p:nvPr/>
        </p:nvSpPr>
        <p:spPr>
          <a:xfrm>
            <a:off x="24761666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Rectangle 512"/>
          <p:cNvSpPr/>
          <p:nvPr/>
        </p:nvSpPr>
        <p:spPr>
          <a:xfrm>
            <a:off x="24868822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ectangle 513"/>
          <p:cNvSpPr/>
          <p:nvPr/>
        </p:nvSpPr>
        <p:spPr>
          <a:xfrm>
            <a:off x="24975979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25083135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ectangle 515"/>
          <p:cNvSpPr/>
          <p:nvPr/>
        </p:nvSpPr>
        <p:spPr>
          <a:xfrm>
            <a:off x="24440198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24547354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24654510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24761666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Rectangle 519"/>
          <p:cNvSpPr/>
          <p:nvPr/>
        </p:nvSpPr>
        <p:spPr>
          <a:xfrm>
            <a:off x="24868822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ectangle 520"/>
          <p:cNvSpPr/>
          <p:nvPr/>
        </p:nvSpPr>
        <p:spPr>
          <a:xfrm>
            <a:off x="24975979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25083135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Rectangle 522"/>
          <p:cNvSpPr/>
          <p:nvPr/>
        </p:nvSpPr>
        <p:spPr>
          <a:xfrm>
            <a:off x="25190291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24440198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Rectangle 524"/>
          <p:cNvSpPr/>
          <p:nvPr/>
        </p:nvSpPr>
        <p:spPr>
          <a:xfrm>
            <a:off x="24547354" y="2023110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ectangle 525"/>
          <p:cNvSpPr/>
          <p:nvPr/>
        </p:nvSpPr>
        <p:spPr>
          <a:xfrm>
            <a:off x="24654510" y="2023110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2476166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ectangle 527"/>
          <p:cNvSpPr/>
          <p:nvPr/>
        </p:nvSpPr>
        <p:spPr>
          <a:xfrm>
            <a:off x="2486882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24975979" y="2023110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ectangle 529"/>
          <p:cNvSpPr/>
          <p:nvPr/>
        </p:nvSpPr>
        <p:spPr>
          <a:xfrm>
            <a:off x="25083135" y="2023110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25190291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Rectangle 531"/>
          <p:cNvSpPr/>
          <p:nvPr/>
        </p:nvSpPr>
        <p:spPr>
          <a:xfrm>
            <a:off x="24440198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Rectangle 532"/>
          <p:cNvSpPr/>
          <p:nvPr/>
        </p:nvSpPr>
        <p:spPr>
          <a:xfrm>
            <a:off x="2454735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24654510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2476166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Rectangle 535"/>
          <p:cNvSpPr/>
          <p:nvPr/>
        </p:nvSpPr>
        <p:spPr>
          <a:xfrm>
            <a:off x="2486882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2497597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Rectangle 537"/>
          <p:cNvSpPr/>
          <p:nvPr/>
        </p:nvSpPr>
        <p:spPr>
          <a:xfrm>
            <a:off x="2508313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25190291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2454735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24654510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2476166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24868822" y="2237422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Rectangle 543"/>
          <p:cNvSpPr/>
          <p:nvPr/>
        </p:nvSpPr>
        <p:spPr>
          <a:xfrm>
            <a:off x="2497597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2508313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24547354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24654510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Rectangle 547"/>
          <p:cNvSpPr/>
          <p:nvPr/>
        </p:nvSpPr>
        <p:spPr>
          <a:xfrm>
            <a:off x="2476166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2486882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24975979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25083135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Rectangle 551"/>
          <p:cNvSpPr/>
          <p:nvPr/>
        </p:nvSpPr>
        <p:spPr>
          <a:xfrm>
            <a:off x="2465451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24761666" y="2451735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24868822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24975979" y="2451735"/>
            <a:ext cx="107156" cy="10715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Rectangle 555"/>
          <p:cNvSpPr/>
          <p:nvPr/>
        </p:nvSpPr>
        <p:spPr>
          <a:xfrm>
            <a:off x="25083135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2533316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TextBox 557"/>
          <p:cNvSpPr txBox="1"/>
          <p:nvPr/>
        </p:nvSpPr>
        <p:spPr>
          <a:xfrm>
            <a:off x="2391156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PIXEL-TOTENKOPF</a:t>
            </a:r>
          </a:p>
        </p:txBody>
      </p:sp>
      <p:sp>
        <p:nvSpPr>
          <p:cNvPr id="559" name="Rectangle 558"/>
          <p:cNvSpPr/>
          <p:nvPr/>
        </p:nvSpPr>
        <p:spPr>
          <a:xfrm>
            <a:off x="2601468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Rectangle 559"/>
          <p:cNvSpPr/>
          <p:nvPr/>
        </p:nvSpPr>
        <p:spPr>
          <a:xfrm>
            <a:off x="26650474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26971942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27293411" y="1808798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26650474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Rectangle 563"/>
          <p:cNvSpPr/>
          <p:nvPr/>
        </p:nvSpPr>
        <p:spPr>
          <a:xfrm>
            <a:off x="26864786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26971942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27186255" y="1915954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26650474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Rectangle 567"/>
          <p:cNvSpPr/>
          <p:nvPr/>
        </p:nvSpPr>
        <p:spPr>
          <a:xfrm>
            <a:off x="26864786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26971942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27186255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27293411" y="2023110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Rectangle 571"/>
          <p:cNvSpPr/>
          <p:nvPr/>
        </p:nvSpPr>
        <p:spPr>
          <a:xfrm>
            <a:off x="2665047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26757630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2686478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2697194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2707909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2718625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27293411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26650474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26757630" y="2237422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Rectangle 580"/>
          <p:cNvSpPr/>
          <p:nvPr/>
        </p:nvSpPr>
        <p:spPr>
          <a:xfrm>
            <a:off x="26864786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26971942" y="2237422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Rectangle 582"/>
          <p:cNvSpPr/>
          <p:nvPr/>
        </p:nvSpPr>
        <p:spPr>
          <a:xfrm>
            <a:off x="27079099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Rectangle 583"/>
          <p:cNvSpPr/>
          <p:nvPr/>
        </p:nvSpPr>
        <p:spPr>
          <a:xfrm>
            <a:off x="27186255" y="2237422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Rectangle 584"/>
          <p:cNvSpPr/>
          <p:nvPr/>
        </p:nvSpPr>
        <p:spPr>
          <a:xfrm>
            <a:off x="27293411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Rectangle 585"/>
          <p:cNvSpPr/>
          <p:nvPr/>
        </p:nvSpPr>
        <p:spPr>
          <a:xfrm>
            <a:off x="26650474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Rectangle 586"/>
          <p:cNvSpPr/>
          <p:nvPr/>
        </p:nvSpPr>
        <p:spPr>
          <a:xfrm>
            <a:off x="26757630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Rectangle 587"/>
          <p:cNvSpPr/>
          <p:nvPr/>
        </p:nvSpPr>
        <p:spPr>
          <a:xfrm>
            <a:off x="26864786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Rectangle 588"/>
          <p:cNvSpPr/>
          <p:nvPr/>
        </p:nvSpPr>
        <p:spPr>
          <a:xfrm>
            <a:off x="26971942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ectangle 589"/>
          <p:cNvSpPr/>
          <p:nvPr/>
        </p:nvSpPr>
        <p:spPr>
          <a:xfrm>
            <a:off x="27079099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ectangle 590"/>
          <p:cNvSpPr/>
          <p:nvPr/>
        </p:nvSpPr>
        <p:spPr>
          <a:xfrm>
            <a:off x="27186255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Rectangle 591"/>
          <p:cNvSpPr/>
          <p:nvPr/>
        </p:nvSpPr>
        <p:spPr>
          <a:xfrm>
            <a:off x="27293411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Rectangle 592"/>
          <p:cNvSpPr/>
          <p:nvPr/>
        </p:nvSpPr>
        <p:spPr>
          <a:xfrm>
            <a:off x="2743628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TextBox 593"/>
          <p:cNvSpPr txBox="1"/>
          <p:nvPr/>
        </p:nvSpPr>
        <p:spPr>
          <a:xfrm>
            <a:off x="2601468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PIXEL-KRONE</a:t>
            </a:r>
          </a:p>
        </p:txBody>
      </p:sp>
      <p:sp>
        <p:nvSpPr>
          <p:cNvPr id="595" name="Rectangle 594"/>
          <p:cNvSpPr/>
          <p:nvPr/>
        </p:nvSpPr>
        <p:spPr>
          <a:xfrm>
            <a:off x="28117800" y="1554480"/>
            <a:ext cx="1828800" cy="1783080"/>
          </a:xfrm>
          <a:prstGeom prst="rect">
            <a:avLst/>
          </a:prstGeom>
          <a:noFill/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ectangle 595"/>
          <p:cNvSpPr/>
          <p:nvPr/>
        </p:nvSpPr>
        <p:spPr>
          <a:xfrm>
            <a:off x="28860750" y="1808798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ectangle 596"/>
          <p:cNvSpPr/>
          <p:nvPr/>
        </p:nvSpPr>
        <p:spPr>
          <a:xfrm>
            <a:off x="29075062" y="1808798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ectangle 597"/>
          <p:cNvSpPr/>
          <p:nvPr/>
        </p:nvSpPr>
        <p:spPr>
          <a:xfrm>
            <a:off x="28967906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ectangle 598"/>
          <p:cNvSpPr/>
          <p:nvPr/>
        </p:nvSpPr>
        <p:spPr>
          <a:xfrm>
            <a:off x="29182219" y="1915954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28646438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ectangle 600"/>
          <p:cNvSpPr/>
          <p:nvPr/>
        </p:nvSpPr>
        <p:spPr>
          <a:xfrm>
            <a:off x="28753594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ectangle 601"/>
          <p:cNvSpPr/>
          <p:nvPr/>
        </p:nvSpPr>
        <p:spPr>
          <a:xfrm>
            <a:off x="28860750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ectangle 602"/>
          <p:cNvSpPr/>
          <p:nvPr/>
        </p:nvSpPr>
        <p:spPr>
          <a:xfrm>
            <a:off x="28967906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ectangle 603"/>
          <p:cNvSpPr/>
          <p:nvPr/>
        </p:nvSpPr>
        <p:spPr>
          <a:xfrm>
            <a:off x="29075062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Rectangle 604"/>
          <p:cNvSpPr/>
          <p:nvPr/>
        </p:nvSpPr>
        <p:spPr>
          <a:xfrm>
            <a:off x="29182219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Rectangle 605"/>
          <p:cNvSpPr/>
          <p:nvPr/>
        </p:nvSpPr>
        <p:spPr>
          <a:xfrm>
            <a:off x="29289375" y="21302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28646438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28753594" y="2237422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28860750" y="2237422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28967906" y="2237422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29075062" y="2237422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29182219" y="2237422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29289375" y="2237422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29396531" y="2237422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28646438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28753594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28860750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28967906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29075062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29182219" y="2344579"/>
            <a:ext cx="107156" cy="107156"/>
          </a:xfrm>
          <a:prstGeom prst="rect">
            <a:avLst/>
          </a:prstGeom>
          <a:solidFill>
            <a:srgbClr val="B7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29289375" y="2344579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29396531" y="2344579"/>
            <a:ext cx="107156" cy="107156"/>
          </a:xfrm>
          <a:prstGeom prst="rect">
            <a:avLst/>
          </a:prstGeom>
          <a:solidFill>
            <a:srgbClr val="00C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28646438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28753594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28860750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28967906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29075062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29182219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29289375" y="2451735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28753594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28860750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28967906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29075062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29182219" y="2558891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29539406" y="2701766"/>
            <a:ext cx="107156" cy="107156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TextBox 635"/>
          <p:cNvSpPr txBox="1"/>
          <p:nvPr/>
        </p:nvSpPr>
        <p:spPr>
          <a:xfrm>
            <a:off x="2811780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PIXEL-KAFFEE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9555480" y="178308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8-Bit-Reminiszenzen — sparsam,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als retro-digitale Interpunktion.</a:t>
            </a:r>
          </a:p>
        </p:txBody>
      </p:sp>
      <p:sp>
        <p:nvSpPr>
          <p:cNvPr id="638" name="TextBox 637"/>
          <p:cNvSpPr txBox="1"/>
          <p:nvPr/>
        </p:nvSpPr>
        <p:spPr>
          <a:xfrm>
            <a:off x="777240" y="37033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0000"/>
                </a:solidFill>
                <a:latin typeface="Zilla Slab"/>
              </a:rPr>
              <a:t>Wortmarke.</a:t>
            </a:r>
          </a:p>
        </p:txBody>
      </p:sp>
      <p:sp>
        <p:nvSpPr>
          <p:cNvPr id="639" name="Rectangle 638"/>
          <p:cNvSpPr/>
          <p:nvPr/>
        </p:nvSpPr>
        <p:spPr>
          <a:xfrm>
            <a:off x="777240" y="4343400"/>
            <a:ext cx="310896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TextBox 639"/>
          <p:cNvSpPr txBox="1"/>
          <p:nvPr/>
        </p:nvSpPr>
        <p:spPr>
          <a:xfrm>
            <a:off x="1188720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641" name="Rectangle 640"/>
          <p:cNvSpPr/>
          <p:nvPr/>
        </p:nvSpPr>
        <p:spPr>
          <a:xfrm>
            <a:off x="4160520" y="4343400"/>
            <a:ext cx="3108960" cy="1234440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TextBox 641"/>
          <p:cNvSpPr txBox="1"/>
          <p:nvPr/>
        </p:nvSpPr>
        <p:spPr>
          <a:xfrm>
            <a:off x="4572000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643" name="Rectangle 642"/>
          <p:cNvSpPr/>
          <p:nvPr/>
        </p:nvSpPr>
        <p:spPr>
          <a:xfrm>
            <a:off x="7543800" y="4343400"/>
            <a:ext cx="3108960" cy="1234440"/>
          </a:xfrm>
          <a:prstGeom prst="rect">
            <a:avLst/>
          </a:prstGeom>
          <a:solidFill>
            <a:srgbClr val="00000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TextBox 643"/>
          <p:cNvSpPr txBox="1"/>
          <p:nvPr/>
        </p:nvSpPr>
        <p:spPr>
          <a:xfrm>
            <a:off x="7955279" y="4663440"/>
            <a:ext cx="2628900" cy="715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7819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7819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777240" y="57150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555"/>
                </a:solidFill>
                <a:latin typeface="Space Mono"/>
              </a:rPr>
              <a:t>WEISS · SIGNAL-GRÜN · TINTE-SCHWARZ</a:t>
            </a:r>
          </a:p>
        </p:txBody>
      </p:sp>
      <p:sp>
        <p:nvSpPr>
          <p:cNvPr id="646" name="Rectangle 64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TextBox 64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VERWENDUNG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00000"/>
                </a:solidFill>
                <a:latin typeface="Zilla Slab"/>
              </a:rPr>
              <a:t>So verwendest du die Icons.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5798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Kopieren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13969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Icon anklicken, Strg/Cmd + C — und in deine Folie einfügen.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2666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971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Skalieren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00837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Immer proportional. Zielgröße 48–160 px, nie verzerren.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9534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840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Farbe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87705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Echte Vektoren: Form anklicken und umfärben. Grün nur als Akzent.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64024"/>
            <a:ext cx="256032" cy="4572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7091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Verboten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74573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55555"/>
                </a:solidFill>
                <a:latin typeface="Inter"/>
              </a:rPr>
              <a:t>Keine Emoji, keine Icon-Fonts, keine fremden Icon-Sets.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