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DESIGN SYSTEM · BIBLIOTHEK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Icon-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63240"/>
            <a:ext cx="4293402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129076"/>
            <a:ext cx="4293402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05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61 Icons · drei Dialekte · hell und dunkel.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Zum Kopieren und Einsetzen.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692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9788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1/2.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62494" y="1833944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37386" y="1833944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494" y="210883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37386" y="210883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CURSOR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984242" y="1855089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LABYRINTH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42252" y="1855089"/>
            <a:ext cx="507492" cy="4229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742252" y="1971389"/>
            <a:ext cx="507492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6826834" y="2077117"/>
            <a:ext cx="63437" cy="105727"/>
          </a:xfrm>
          <a:custGeom>
            <a:avLst/>
            <a:gdLst/>
            <a:ahLst/>
            <a:cxnLst/>
            <a:rect l="l" t="t" r="r" b="b"/>
            <a:pathLst>
              <a:path w="63437" h="105727">
                <a:moveTo>
                  <a:pt x="0" y="0"/>
                </a:moveTo>
                <a:lnTo>
                  <a:pt x="63437" y="52863"/>
                </a:lnTo>
                <a:lnTo>
                  <a:pt x="0" y="10572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953707" y="2182844"/>
            <a:ext cx="14801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TERMINAL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CHAT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SPARK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PFEIL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PERSON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ZAHNRAD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ORDNER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GLÜHBIRNE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CODE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51921" y="5006340"/>
            <a:ext cx="486346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351921" y="5122640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78794" y="4942903"/>
            <a:ext cx="0" cy="10572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11395" y="4942903"/>
            <a:ext cx="0" cy="10572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447076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73949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00822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47076" y="530237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KALENDER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UHR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984242" y="4964049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984242" y="5386959"/>
            <a:ext cx="444056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058251" y="5196649"/>
            <a:ext cx="95155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195697" y="5112067"/>
            <a:ext cx="95155" cy="2748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33143" y="5006340"/>
            <a:ext cx="95155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DIAGRAMM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ZIEL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SCHLOSS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SERVER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2/2.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MOBIL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MONITOR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05388" y="1876234"/>
            <a:ext cx="296037" cy="296037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259134" y="2129980"/>
            <a:ext cx="158591" cy="15859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SUCHE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42553" y="1823371"/>
            <a:ext cx="507492" cy="465201"/>
          </a:xfrm>
          <a:custGeom>
            <a:avLst/>
            <a:gdLst/>
            <a:ahLst/>
            <a:cxnLst/>
            <a:rect l="l" t="t" r="r" b="b"/>
            <a:pathLst>
              <a:path w="507492" h="465201">
                <a:moveTo>
                  <a:pt x="253746" y="0"/>
                </a:moveTo>
                <a:lnTo>
                  <a:pt x="507492" y="465201"/>
                </a:lnTo>
                <a:lnTo>
                  <a:pt x="0" y="465201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96299" y="2003108"/>
            <a:ext cx="0" cy="14801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768810" y="2197646"/>
            <a:ext cx="54978" cy="5497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WARNUNG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HAKEN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KREUZ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PLUS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EXTERN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RAKETE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STIFT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PAPIERKORB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FILTER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BUCH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GLOCKE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1/2.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349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25931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0513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095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9677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4259" y="185508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1349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5931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0513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5095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79677" y="2034826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349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25931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10513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5095" y="221456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DATENSTROM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183941" y="1812798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105728"/>
                </a:moveTo>
                <a:lnTo>
                  <a:pt x="232600" y="0"/>
                </a:lnTo>
                <a:lnTo>
                  <a:pt x="422910" y="169164"/>
                </a:lnTo>
                <a:lnTo>
                  <a:pt x="359473" y="401764"/>
                </a:lnTo>
                <a:lnTo>
                  <a:pt x="84582" y="42291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257950" y="192909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63678" y="2013680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79096" y="2098262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27114" y="1907953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48260" y="2077117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57334" y="2007337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CLUSTER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10233" y="1992535"/>
            <a:ext cx="158591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1688" y="1992535"/>
            <a:ext cx="158591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33143" y="1992535"/>
            <a:ext cx="158591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068824" y="2066544"/>
            <a:ext cx="528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280279" y="2066544"/>
            <a:ext cx="528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42252" y="2172272"/>
            <a:ext cx="507492" cy="11630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795116" y="2024253"/>
            <a:ext cx="401764" cy="11630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47980" y="1876234"/>
            <a:ext cx="296037" cy="116300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SCHICHTEN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521408" y="1855089"/>
            <a:ext cx="518065" cy="211455"/>
          </a:xfrm>
          <a:custGeom>
            <a:avLst/>
            <a:gdLst/>
            <a:ahLst/>
            <a:cxnLst/>
            <a:rect l="l" t="t" r="r" b="b"/>
            <a:pathLst>
              <a:path w="518065" h="211455">
                <a:moveTo>
                  <a:pt x="0" y="169164"/>
                </a:moveTo>
                <a:lnTo>
                  <a:pt x="74009" y="21145"/>
                </a:lnTo>
                <a:lnTo>
                  <a:pt x="148018" y="211455"/>
                </a:lnTo>
                <a:lnTo>
                  <a:pt x="222028" y="0"/>
                </a:lnTo>
                <a:lnTo>
                  <a:pt x="296037" y="190309"/>
                </a:lnTo>
                <a:lnTo>
                  <a:pt x="370046" y="42291"/>
                </a:lnTo>
                <a:lnTo>
                  <a:pt x="444055" y="211455"/>
                </a:lnTo>
                <a:lnTo>
                  <a:pt x="518065" y="634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521408" y="2214562"/>
            <a:ext cx="54978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9007754" y="21828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RAUSCHEN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53427" y="1823371"/>
            <a:ext cx="486346" cy="4863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438009" y="1907953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07173" y="1907953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22591" y="1992535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691755" y="207711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438009" y="216169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607173" y="224628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91755" y="19079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22591" y="216169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DENKRASTER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1373067" y="3441287"/>
            <a:ext cx="222028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341349" y="3409569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595095" y="3441287"/>
            <a:ext cx="222027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785404" y="3409569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H="1">
            <a:off x="1330776" y="3621024"/>
            <a:ext cx="26431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1299058" y="3589306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95095" y="3621024"/>
            <a:ext cx="26431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827695" y="3589306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1415358" y="3621024"/>
            <a:ext cx="179737" cy="2008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383640" y="379018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595095" y="3621024"/>
            <a:ext cx="179736" cy="2008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743113" y="379018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499940" y="3525869"/>
            <a:ext cx="190310" cy="190310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NEURON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141650" y="3388424"/>
            <a:ext cx="507492" cy="444055"/>
          </a:xfrm>
          <a:custGeom>
            <a:avLst/>
            <a:gdLst/>
            <a:ahLst/>
            <a:cxnLst/>
            <a:rect l="l" t="t" r="r" b="b"/>
            <a:pathLst>
              <a:path w="507492" h="444055">
                <a:moveTo>
                  <a:pt x="0" y="0"/>
                </a:moveTo>
                <a:lnTo>
                  <a:pt x="507492" y="0"/>
                </a:lnTo>
                <a:lnTo>
                  <a:pt x="507492" y="317182"/>
                </a:lnTo>
                <a:lnTo>
                  <a:pt x="190309" y="317182"/>
                </a:lnTo>
                <a:lnTo>
                  <a:pt x="84582" y="444055"/>
                </a:lnTo>
                <a:lnTo>
                  <a:pt x="84582" y="317182"/>
                </a:lnTo>
                <a:lnTo>
                  <a:pt x="0" y="3171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3279096" y="3441287"/>
            <a:ext cx="232600" cy="211455"/>
          </a:xfrm>
          <a:custGeom>
            <a:avLst/>
            <a:gdLst/>
            <a:ahLst/>
            <a:cxnLst/>
            <a:rect l="l" t="t" r="r" b="b"/>
            <a:pathLst>
              <a:path w="232600" h="211455">
                <a:moveTo>
                  <a:pt x="116300" y="0"/>
                </a:moveTo>
                <a:lnTo>
                  <a:pt x="148018" y="74010"/>
                </a:lnTo>
                <a:lnTo>
                  <a:pt x="232600" y="105728"/>
                </a:lnTo>
                <a:lnTo>
                  <a:pt x="148018" y="137446"/>
                </a:lnTo>
                <a:lnTo>
                  <a:pt x="116300" y="211455"/>
                </a:lnTo>
                <a:lnTo>
                  <a:pt x="84582" y="137446"/>
                </a:lnTo>
                <a:lnTo>
                  <a:pt x="0" y="105728"/>
                </a:lnTo>
                <a:lnTo>
                  <a:pt x="84582" y="7401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PROMPT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4963096" y="3409569"/>
            <a:ext cx="232601" cy="42291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963096" y="3451860"/>
            <a:ext cx="232601" cy="1691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963096" y="3451860"/>
            <a:ext cx="232601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963096" y="3409569"/>
            <a:ext cx="232601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963096" y="3621024"/>
            <a:ext cx="232601" cy="1691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963096" y="3790188"/>
            <a:ext cx="232601" cy="42291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195697" y="3409569"/>
            <a:ext cx="232601" cy="2114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195697" y="3621024"/>
            <a:ext cx="2326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5195697" y="3621024"/>
            <a:ext cx="232601" cy="2114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4927149" y="3415913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927149" y="3754241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159750" y="337362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159750" y="379653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151291" y="3576618"/>
            <a:ext cx="88811" cy="88811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388121" y="3580848"/>
            <a:ext cx="80353" cy="80353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MODELL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21107" y="3536442"/>
            <a:ext cx="190310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953707" y="355758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017144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974853" y="374789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080580" y="349415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122871" y="366331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186308" y="3578733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239171" y="3758470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DRIFT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521408" y="3388424"/>
            <a:ext cx="253746" cy="2537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669426" y="3515297"/>
            <a:ext cx="253746" cy="253746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817445" y="3621024"/>
            <a:ext cx="253746" cy="2537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HAFTNOTIZEN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10321709" y="3853625"/>
            <a:ext cx="54978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10378802" y="3730981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378802" y="3635826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78802" y="3540671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558539" y="373098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558539" y="363582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58539" y="354067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558539" y="344551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558539" y="3350362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738275" y="3730981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738275" y="3635826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PUNKTABFRAGE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394212" y="4932331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0" y="0"/>
                </a:moveTo>
                <a:lnTo>
                  <a:pt x="401765" y="0"/>
                </a:lnTo>
                <a:lnTo>
                  <a:pt x="200883" y="2431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394212" y="5175504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200883" y="0"/>
                </a:moveTo>
                <a:lnTo>
                  <a:pt x="401765" y="243173"/>
                </a:lnTo>
                <a:lnTo>
                  <a:pt x="0" y="2431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531658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95095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TIMEBOX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3099359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3395396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DOPPEL-DIAMANT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5005388" y="4921758"/>
            <a:ext cx="0" cy="50749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5089970" y="4964049"/>
            <a:ext cx="338328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969440" y="4980965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089970" y="5112067"/>
            <a:ext cx="338328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969440" y="5128984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089970" y="5260086"/>
            <a:ext cx="338328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969440" y="527700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AGENDA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731679" y="4932331"/>
            <a:ext cx="528638" cy="4863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6731679" y="5059204"/>
            <a:ext cx="52863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6795116" y="5122640"/>
            <a:ext cx="126873" cy="2326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6985425" y="5143786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985425" y="5238940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6985425" y="5334095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LAYOUT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510835" y="4974622"/>
            <a:ext cx="296037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849163" y="5038058"/>
            <a:ext cx="148018" cy="2748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028900" y="5112067"/>
            <a:ext cx="63436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RESPONSIV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480300" y="5080349"/>
            <a:ext cx="232600" cy="19031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0395718" y="4995767"/>
            <a:ext cx="401764" cy="35947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FOKUS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2/2.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822" y="1960816"/>
            <a:ext cx="19031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99058" y="2003108"/>
            <a:ext cx="3594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3640" y="2066544"/>
            <a:ext cx="27489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8222" y="2129980"/>
            <a:ext cx="19030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TEMPO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26232" y="2087690"/>
            <a:ext cx="338328" cy="2114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3395396" y="1939671"/>
            <a:ext cx="0" cy="1480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3289668" y="1876234"/>
            <a:ext cx="211455" cy="126874"/>
          </a:xfrm>
          <a:custGeom>
            <a:avLst/>
            <a:gdLst/>
            <a:ahLst/>
            <a:cxnLst/>
            <a:rect l="l" t="t" r="r" b="b"/>
            <a:pathLst>
              <a:path w="211455" h="126874">
                <a:moveTo>
                  <a:pt x="0" y="126874"/>
                </a:moveTo>
                <a:lnTo>
                  <a:pt x="105728" y="0"/>
                </a:lnTo>
                <a:lnTo>
                  <a:pt x="211455" y="126874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162795" y="2362581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DEPLOY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5005388" y="1876234"/>
            <a:ext cx="380618" cy="380620"/>
          </a:xfrm>
          <a:custGeom>
            <a:avLst/>
            <a:gdLst/>
            <a:ahLst/>
            <a:cxnLst/>
            <a:rect l="l" t="t" r="r" b="b"/>
            <a:pathLst>
              <a:path w="380618" h="380620">
                <a:moveTo>
                  <a:pt x="317182" y="0"/>
                </a:moveTo>
                <a:lnTo>
                  <a:pt x="0" y="0"/>
                </a:lnTo>
                <a:lnTo>
                  <a:pt x="0" y="380620"/>
                </a:lnTo>
                <a:lnTo>
                  <a:pt x="380618" y="380620"/>
                </a:lnTo>
                <a:lnTo>
                  <a:pt x="380618" y="12687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5259134" y="1812798"/>
            <a:ext cx="105727" cy="126873"/>
          </a:xfrm>
          <a:custGeom>
            <a:avLst/>
            <a:gdLst/>
            <a:ahLst/>
            <a:cxnLst/>
            <a:rect l="l" t="t" r="r" b="b"/>
            <a:pathLst>
              <a:path w="105727" h="126873">
                <a:moveTo>
                  <a:pt x="0" y="0"/>
                </a:moveTo>
                <a:lnTo>
                  <a:pt x="105727" y="63436"/>
                </a:lnTo>
                <a:lnTo>
                  <a:pt x="0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ITERATION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763398" y="1876234"/>
            <a:ext cx="422910" cy="380620"/>
          </a:xfrm>
          <a:custGeom>
            <a:avLst/>
            <a:gdLst/>
            <a:ahLst/>
            <a:cxnLst/>
            <a:rect l="l" t="t" r="r" b="b"/>
            <a:pathLst>
              <a:path w="422910" h="380620">
                <a:moveTo>
                  <a:pt x="0" y="380620"/>
                </a:moveTo>
                <a:lnTo>
                  <a:pt x="137445" y="169164"/>
                </a:lnTo>
                <a:lnTo>
                  <a:pt x="296037" y="274892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27450" y="222090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64896" y="2009451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23487" y="2115179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50360" y="1840287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7186308" y="1876234"/>
            <a:ext cx="105727" cy="232601"/>
          </a:xfrm>
          <a:custGeom>
            <a:avLst/>
            <a:gdLst/>
            <a:ahLst/>
            <a:cxnLst/>
            <a:rect l="l" t="t" r="r" b="b"/>
            <a:pathLst>
              <a:path w="105727" h="232601">
                <a:moveTo>
                  <a:pt x="0" y="0"/>
                </a:moveTo>
                <a:lnTo>
                  <a:pt x="0" y="211456"/>
                </a:lnTo>
                <a:lnTo>
                  <a:pt x="63436" y="148019"/>
                </a:lnTo>
                <a:lnTo>
                  <a:pt x="105727" y="232601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KLICKPFAD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21408" y="196081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05990" y="196081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21408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05990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32863" y="1960816"/>
            <a:ext cx="148018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44318" y="1960816"/>
            <a:ext cx="148018" cy="14801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DETAILGRAD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311136" y="1823371"/>
            <a:ext cx="169164" cy="1691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0501446" y="1823371"/>
            <a:ext cx="243173" cy="222027"/>
          </a:xfrm>
          <a:custGeom>
            <a:avLst/>
            <a:gdLst/>
            <a:ahLst/>
            <a:cxnLst/>
            <a:rect l="l" t="t" r="r" b="b"/>
            <a:pathLst>
              <a:path w="243173" h="222027">
                <a:moveTo>
                  <a:pt x="0" y="63436"/>
                </a:moveTo>
                <a:lnTo>
                  <a:pt x="116300" y="0"/>
                </a:lnTo>
                <a:lnTo>
                  <a:pt x="211455" y="84582"/>
                </a:lnTo>
                <a:lnTo>
                  <a:pt x="243173" y="22202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0564882" y="2108835"/>
            <a:ext cx="33832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0607173" y="2108835"/>
            <a:ext cx="253746" cy="232601"/>
          </a:xfrm>
          <a:custGeom>
            <a:avLst/>
            <a:gdLst/>
            <a:ahLst/>
            <a:cxnLst/>
            <a:rect l="l" t="t" r="r" b="b"/>
            <a:pathLst>
              <a:path w="253746" h="232601">
                <a:moveTo>
                  <a:pt x="0" y="0"/>
                </a:moveTo>
                <a:lnTo>
                  <a:pt x="31719" y="232601"/>
                </a:lnTo>
                <a:lnTo>
                  <a:pt x="222028" y="232601"/>
                </a:lnTo>
                <a:lnTo>
                  <a:pt x="253746" y="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02328" y="219341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WEGWERF-PROTOTYP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1/2,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62494" y="1833944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37386" y="1833944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494" y="210883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37386" y="210883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CURSOR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984242" y="1855089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LABYRINTH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42252" y="1855089"/>
            <a:ext cx="507492" cy="4229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742252" y="1971389"/>
            <a:ext cx="507492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6826834" y="2077117"/>
            <a:ext cx="63437" cy="105727"/>
          </a:xfrm>
          <a:custGeom>
            <a:avLst/>
            <a:gdLst/>
            <a:ahLst/>
            <a:cxnLst/>
            <a:rect l="l" t="t" r="r" b="b"/>
            <a:pathLst>
              <a:path w="63437" h="105727">
                <a:moveTo>
                  <a:pt x="0" y="0"/>
                </a:moveTo>
                <a:lnTo>
                  <a:pt x="63437" y="52863"/>
                </a:lnTo>
                <a:lnTo>
                  <a:pt x="0" y="10572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953707" y="2182844"/>
            <a:ext cx="14801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TERMINAL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CHAT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SPARK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PFEIL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PERSON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ZAHNRAD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ORDNER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GLÜHBIRNE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CODE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51921" y="5006340"/>
            <a:ext cx="486346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351921" y="5122640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78794" y="4942903"/>
            <a:ext cx="0" cy="10572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11395" y="4942903"/>
            <a:ext cx="0" cy="10572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447076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73949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00822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47076" y="530237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KALENDER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UHR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984242" y="4964049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984242" y="5386959"/>
            <a:ext cx="444056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058251" y="5196649"/>
            <a:ext cx="95155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195697" y="5112067"/>
            <a:ext cx="95155" cy="274892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33143" y="5006340"/>
            <a:ext cx="95155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DIAGRAMM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ZIEL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SCHLOSS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SERVER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2/2,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MOBIL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MONITOR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05388" y="1876234"/>
            <a:ext cx="296037" cy="296037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259134" y="2129980"/>
            <a:ext cx="158591" cy="15859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SUCHE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42553" y="1823371"/>
            <a:ext cx="507492" cy="465201"/>
          </a:xfrm>
          <a:custGeom>
            <a:avLst/>
            <a:gdLst/>
            <a:ahLst/>
            <a:cxnLst/>
            <a:rect l="l" t="t" r="r" b="b"/>
            <a:pathLst>
              <a:path w="507492" h="465201">
                <a:moveTo>
                  <a:pt x="253746" y="0"/>
                </a:moveTo>
                <a:lnTo>
                  <a:pt x="507492" y="465201"/>
                </a:lnTo>
                <a:lnTo>
                  <a:pt x="0" y="465201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96299" y="2003108"/>
            <a:ext cx="0" cy="14801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768810" y="2197646"/>
            <a:ext cx="54978" cy="54978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WARNUNG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HAKEN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KREUZ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PLUS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EXTERN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RAKETE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STIFT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PAPIERKORB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FILTER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BUCH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GLOCKE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1/2,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349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25931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0513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095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9677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4259" y="185508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1349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5931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0513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5095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79677" y="2034826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349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25931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10513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5095" y="221456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DATENSTROM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183941" y="1812798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105728"/>
                </a:moveTo>
                <a:lnTo>
                  <a:pt x="232600" y="0"/>
                </a:lnTo>
                <a:lnTo>
                  <a:pt x="422910" y="169164"/>
                </a:lnTo>
                <a:lnTo>
                  <a:pt x="359473" y="401764"/>
                </a:lnTo>
                <a:lnTo>
                  <a:pt x="84582" y="42291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257950" y="192909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63678" y="2013680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79096" y="2098262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27114" y="1907953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48260" y="2077117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57334" y="2007337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CLUSTER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10233" y="1992535"/>
            <a:ext cx="158591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1688" y="1992535"/>
            <a:ext cx="158591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33143" y="1992535"/>
            <a:ext cx="158591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068824" y="2066544"/>
            <a:ext cx="528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280279" y="2066544"/>
            <a:ext cx="528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42252" y="2172272"/>
            <a:ext cx="507492" cy="11630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795116" y="2024253"/>
            <a:ext cx="401764" cy="11630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47980" y="1876234"/>
            <a:ext cx="296037" cy="116300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SCHICHTEN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521408" y="1855089"/>
            <a:ext cx="518065" cy="211455"/>
          </a:xfrm>
          <a:custGeom>
            <a:avLst/>
            <a:gdLst/>
            <a:ahLst/>
            <a:cxnLst/>
            <a:rect l="l" t="t" r="r" b="b"/>
            <a:pathLst>
              <a:path w="518065" h="211455">
                <a:moveTo>
                  <a:pt x="0" y="169164"/>
                </a:moveTo>
                <a:lnTo>
                  <a:pt x="74009" y="21145"/>
                </a:lnTo>
                <a:lnTo>
                  <a:pt x="148018" y="211455"/>
                </a:lnTo>
                <a:lnTo>
                  <a:pt x="222028" y="0"/>
                </a:lnTo>
                <a:lnTo>
                  <a:pt x="296037" y="190309"/>
                </a:lnTo>
                <a:lnTo>
                  <a:pt x="370046" y="42291"/>
                </a:lnTo>
                <a:lnTo>
                  <a:pt x="444055" y="211455"/>
                </a:lnTo>
                <a:lnTo>
                  <a:pt x="518065" y="634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521408" y="2214562"/>
            <a:ext cx="54978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9007754" y="21828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RAUSCHEN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53427" y="1823371"/>
            <a:ext cx="486346" cy="4863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438009" y="1907953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07173" y="1907953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22591" y="1992535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691755" y="207711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438009" y="216169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607173" y="224628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91755" y="19079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22591" y="216169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DENKRASTER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1373067" y="3441287"/>
            <a:ext cx="222028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341349" y="3409569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595095" y="3441287"/>
            <a:ext cx="222027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785404" y="3409569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H="1">
            <a:off x="1330776" y="3621024"/>
            <a:ext cx="26431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1299058" y="3589306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95095" y="3621024"/>
            <a:ext cx="26431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827695" y="3589306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1415358" y="3621024"/>
            <a:ext cx="179737" cy="2008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383640" y="379018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595095" y="3621024"/>
            <a:ext cx="179736" cy="2008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743113" y="379018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499940" y="3525869"/>
            <a:ext cx="190310" cy="190310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NEURON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141650" y="3388424"/>
            <a:ext cx="507492" cy="444055"/>
          </a:xfrm>
          <a:custGeom>
            <a:avLst/>
            <a:gdLst/>
            <a:ahLst/>
            <a:cxnLst/>
            <a:rect l="l" t="t" r="r" b="b"/>
            <a:pathLst>
              <a:path w="507492" h="444055">
                <a:moveTo>
                  <a:pt x="0" y="0"/>
                </a:moveTo>
                <a:lnTo>
                  <a:pt x="507492" y="0"/>
                </a:lnTo>
                <a:lnTo>
                  <a:pt x="507492" y="317182"/>
                </a:lnTo>
                <a:lnTo>
                  <a:pt x="190309" y="317182"/>
                </a:lnTo>
                <a:lnTo>
                  <a:pt x="84582" y="444055"/>
                </a:lnTo>
                <a:lnTo>
                  <a:pt x="84582" y="317182"/>
                </a:lnTo>
                <a:lnTo>
                  <a:pt x="0" y="3171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3279096" y="3441287"/>
            <a:ext cx="232600" cy="211455"/>
          </a:xfrm>
          <a:custGeom>
            <a:avLst/>
            <a:gdLst/>
            <a:ahLst/>
            <a:cxnLst/>
            <a:rect l="l" t="t" r="r" b="b"/>
            <a:pathLst>
              <a:path w="232600" h="211455">
                <a:moveTo>
                  <a:pt x="116300" y="0"/>
                </a:moveTo>
                <a:lnTo>
                  <a:pt x="148018" y="74010"/>
                </a:lnTo>
                <a:lnTo>
                  <a:pt x="232600" y="105728"/>
                </a:lnTo>
                <a:lnTo>
                  <a:pt x="148018" y="137446"/>
                </a:lnTo>
                <a:lnTo>
                  <a:pt x="116300" y="211455"/>
                </a:lnTo>
                <a:lnTo>
                  <a:pt x="84582" y="137446"/>
                </a:lnTo>
                <a:lnTo>
                  <a:pt x="0" y="105728"/>
                </a:lnTo>
                <a:lnTo>
                  <a:pt x="84582" y="7401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PROMPT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4963096" y="3409569"/>
            <a:ext cx="232601" cy="42291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963096" y="3451860"/>
            <a:ext cx="232601" cy="1691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963096" y="3451860"/>
            <a:ext cx="232601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963096" y="3409569"/>
            <a:ext cx="232601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963096" y="3621024"/>
            <a:ext cx="232601" cy="1691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963096" y="3790188"/>
            <a:ext cx="232601" cy="42291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195697" y="3409569"/>
            <a:ext cx="232601" cy="2114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195697" y="3621024"/>
            <a:ext cx="2326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5195697" y="3621024"/>
            <a:ext cx="232601" cy="2114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4927149" y="3415913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927149" y="3754241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159750" y="337362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159750" y="379653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151291" y="3576618"/>
            <a:ext cx="88811" cy="88811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388121" y="3580848"/>
            <a:ext cx="80353" cy="80353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MODELL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21107" y="3536442"/>
            <a:ext cx="190310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953707" y="355758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017144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974853" y="374789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080580" y="349415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122871" y="366331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186308" y="3578733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239171" y="3758470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DRIFT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521408" y="3388424"/>
            <a:ext cx="253746" cy="2537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669426" y="3515297"/>
            <a:ext cx="253746" cy="253746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817445" y="3621024"/>
            <a:ext cx="253746" cy="2537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HAFTNOTIZEN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10321709" y="3853625"/>
            <a:ext cx="54978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10378802" y="3730981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378802" y="3635826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78802" y="3540671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558539" y="373098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558539" y="363582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58539" y="354067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558539" y="344551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558539" y="3350362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738275" y="3730981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738275" y="3635826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PUNKTABFRAGE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394212" y="4932331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0" y="0"/>
                </a:moveTo>
                <a:lnTo>
                  <a:pt x="401765" y="0"/>
                </a:lnTo>
                <a:lnTo>
                  <a:pt x="200883" y="2431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394212" y="5175504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200883" y="0"/>
                </a:moveTo>
                <a:lnTo>
                  <a:pt x="401765" y="243173"/>
                </a:lnTo>
                <a:lnTo>
                  <a:pt x="0" y="2431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531658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95095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TIMEBOX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3099359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3395396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DOPPEL-DIAMANT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5005388" y="4921758"/>
            <a:ext cx="0" cy="50749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5089970" y="4964049"/>
            <a:ext cx="338328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969440" y="4980965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089970" y="5112067"/>
            <a:ext cx="338328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969440" y="5128984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089970" y="5260086"/>
            <a:ext cx="338328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969440" y="527700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AGENDA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731679" y="4932331"/>
            <a:ext cx="528638" cy="4863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6731679" y="5059204"/>
            <a:ext cx="52863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6795116" y="5122640"/>
            <a:ext cx="126873" cy="2326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6985425" y="5143786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985425" y="5238940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6985425" y="5334095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LAYOUT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510835" y="4974622"/>
            <a:ext cx="296037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849163" y="5038058"/>
            <a:ext cx="148018" cy="2748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028900" y="5112067"/>
            <a:ext cx="63436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RESPONSIV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480300" y="5080349"/>
            <a:ext cx="232600" cy="19031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0395718" y="4995767"/>
            <a:ext cx="401764" cy="35947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FOKUS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2/2,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822" y="1960816"/>
            <a:ext cx="19031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99058" y="2003108"/>
            <a:ext cx="3594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3640" y="2066544"/>
            <a:ext cx="27489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8222" y="2129980"/>
            <a:ext cx="19030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TEMPO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26232" y="2087690"/>
            <a:ext cx="338328" cy="2114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3395396" y="1939671"/>
            <a:ext cx="0" cy="1480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3289668" y="1876234"/>
            <a:ext cx="211455" cy="126874"/>
          </a:xfrm>
          <a:custGeom>
            <a:avLst/>
            <a:gdLst/>
            <a:ahLst/>
            <a:cxnLst/>
            <a:rect l="l" t="t" r="r" b="b"/>
            <a:pathLst>
              <a:path w="211455" h="126874">
                <a:moveTo>
                  <a:pt x="0" y="126874"/>
                </a:moveTo>
                <a:lnTo>
                  <a:pt x="105728" y="0"/>
                </a:lnTo>
                <a:lnTo>
                  <a:pt x="211455" y="126874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162795" y="2362581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DEPLOY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5005388" y="1876234"/>
            <a:ext cx="380618" cy="380620"/>
          </a:xfrm>
          <a:custGeom>
            <a:avLst/>
            <a:gdLst/>
            <a:ahLst/>
            <a:cxnLst/>
            <a:rect l="l" t="t" r="r" b="b"/>
            <a:pathLst>
              <a:path w="380618" h="380620">
                <a:moveTo>
                  <a:pt x="317182" y="0"/>
                </a:moveTo>
                <a:lnTo>
                  <a:pt x="0" y="0"/>
                </a:lnTo>
                <a:lnTo>
                  <a:pt x="0" y="380620"/>
                </a:lnTo>
                <a:lnTo>
                  <a:pt x="380618" y="380620"/>
                </a:lnTo>
                <a:lnTo>
                  <a:pt x="380618" y="12687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5259134" y="1812798"/>
            <a:ext cx="105727" cy="126873"/>
          </a:xfrm>
          <a:custGeom>
            <a:avLst/>
            <a:gdLst/>
            <a:ahLst/>
            <a:cxnLst/>
            <a:rect l="l" t="t" r="r" b="b"/>
            <a:pathLst>
              <a:path w="105727" h="126873">
                <a:moveTo>
                  <a:pt x="0" y="0"/>
                </a:moveTo>
                <a:lnTo>
                  <a:pt x="105727" y="63436"/>
                </a:lnTo>
                <a:lnTo>
                  <a:pt x="0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ITERATION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763398" y="1876234"/>
            <a:ext cx="422910" cy="380620"/>
          </a:xfrm>
          <a:custGeom>
            <a:avLst/>
            <a:gdLst/>
            <a:ahLst/>
            <a:cxnLst/>
            <a:rect l="l" t="t" r="r" b="b"/>
            <a:pathLst>
              <a:path w="422910" h="380620">
                <a:moveTo>
                  <a:pt x="0" y="380620"/>
                </a:moveTo>
                <a:lnTo>
                  <a:pt x="137445" y="169164"/>
                </a:lnTo>
                <a:lnTo>
                  <a:pt x="296037" y="274892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27450" y="222090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64896" y="2009451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23487" y="2115179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50360" y="1840287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7186308" y="1876234"/>
            <a:ext cx="105727" cy="232601"/>
          </a:xfrm>
          <a:custGeom>
            <a:avLst/>
            <a:gdLst/>
            <a:ahLst/>
            <a:cxnLst/>
            <a:rect l="l" t="t" r="r" b="b"/>
            <a:pathLst>
              <a:path w="105727" h="232601">
                <a:moveTo>
                  <a:pt x="0" y="0"/>
                </a:moveTo>
                <a:lnTo>
                  <a:pt x="0" y="211456"/>
                </a:lnTo>
                <a:lnTo>
                  <a:pt x="63436" y="148019"/>
                </a:lnTo>
                <a:lnTo>
                  <a:pt x="105727" y="232601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KLICKPFAD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21408" y="196081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05990" y="196081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21408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05990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32863" y="1960816"/>
            <a:ext cx="148018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44318" y="1960816"/>
            <a:ext cx="148018" cy="14801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DETAILGRAD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311136" y="1823371"/>
            <a:ext cx="169164" cy="1691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0501446" y="1823371"/>
            <a:ext cx="243173" cy="222027"/>
          </a:xfrm>
          <a:custGeom>
            <a:avLst/>
            <a:gdLst/>
            <a:ahLst/>
            <a:cxnLst/>
            <a:rect l="l" t="t" r="r" b="b"/>
            <a:pathLst>
              <a:path w="243173" h="222027">
                <a:moveTo>
                  <a:pt x="0" y="63436"/>
                </a:moveTo>
                <a:lnTo>
                  <a:pt x="116300" y="0"/>
                </a:lnTo>
                <a:lnTo>
                  <a:pt x="211455" y="84582"/>
                </a:lnTo>
                <a:lnTo>
                  <a:pt x="243173" y="22202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0564882" y="2108835"/>
            <a:ext cx="33832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0607173" y="2108835"/>
            <a:ext cx="253746" cy="232601"/>
          </a:xfrm>
          <a:custGeom>
            <a:avLst/>
            <a:gdLst/>
            <a:ahLst/>
            <a:cxnLst/>
            <a:rect l="l" t="t" r="r" b="b"/>
            <a:pathLst>
              <a:path w="253746" h="232601">
                <a:moveTo>
                  <a:pt x="0" y="0"/>
                </a:moveTo>
                <a:lnTo>
                  <a:pt x="31719" y="232601"/>
                </a:lnTo>
                <a:lnTo>
                  <a:pt x="222028" y="232601"/>
                </a:lnTo>
                <a:lnTo>
                  <a:pt x="253746" y="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02328" y="219341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WEGWERF-PROTOTYP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B · PIXEL-ART &amp; WORTMARKE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Pixel-Art.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48815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77378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20252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5940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48815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4502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7378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63065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34502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05940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1628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34502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0190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91628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63065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8752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91628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20190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PIXEL-GURKE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036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34013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1169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69794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76951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2685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534013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41169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832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6263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69794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176951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8410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2685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53401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4116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4832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5548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96263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6979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7695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8410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42685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3401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4116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74832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85548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96263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6979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7695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8410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534013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4116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74832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85548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96263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06979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176951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4116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832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55482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6263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06979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48326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855482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62638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855482" y="263032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8036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PIXEL-HERZ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8347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958602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85144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958602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06575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52997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63713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4428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85144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95860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6575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7291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8007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38722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63713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74428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85144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95860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6575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7291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8007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74428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85144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95860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06575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7291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637133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74428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85144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6575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7291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80071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52997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637133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80071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8722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98347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PIXEL-STERN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8659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68667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793831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32961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43676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68667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79383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32961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43676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68667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79383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90098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00814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11530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22245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32961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43676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68667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79383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790098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00814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11530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22245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32961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43676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68667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79383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2961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43676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68667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79383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832961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43676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686675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793831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7900988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800814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811530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8222456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329612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43676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08659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PIXEL-DISKETTE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555480" y="1783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8-Bit-Reminiszenzen — sparsam,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als retro-digitale Interpunktion.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77240" y="37033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Wortmarke.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77240" y="4343400"/>
            <a:ext cx="31089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18872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160520" y="4343400"/>
            <a:ext cx="3108960" cy="123444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57200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543800" y="4343400"/>
            <a:ext cx="3108960" cy="123444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955279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7240" y="57150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WEISS · SIGNAL-GRÜN · TINTE-SCHWARZ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VERWENDUNG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00000"/>
                </a:solidFill>
                <a:latin typeface="Zilla Slab"/>
              </a:rPr>
              <a:t>So verwendest du die Icons.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5798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Kopieren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13969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Icon anklicken, Strg/Cmd + C — und in deine Folie einfügen.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2666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71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Skalieren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00837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Immer proportional. Zielgröße 48–160 px, nie verzerren.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9534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87705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Echte Vektoren: Form anklicken und umfärben. Grün nur als Akzent.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6402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709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Verboten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74573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Keine Emoji, keine Icon-Fonts, keine fremden Icon-Sets.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