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DESIGN SYSTEM · BIBLIOTHEK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Icon-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63240"/>
            <a:ext cx="4293402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129076"/>
            <a:ext cx="4293402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61 Icons · drei Dialekte · hell und dunkel.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Zum Kopieren und Einsetzen.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978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42252" y="2172272"/>
            <a:ext cx="507492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95116" y="2024253"/>
            <a:ext cx="401764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47980" y="1876234"/>
            <a:ext cx="296037" cy="116300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53427" y="1823371"/>
            <a:ext cx="486346" cy="4863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38009" y="190795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07173" y="190795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22591" y="1992535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91755" y="207711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38009" y="216169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607173" y="224628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91755" y="19079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22591" y="216169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21408" y="3388424"/>
            <a:ext cx="253746" cy="2537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69426" y="3515297"/>
            <a:ext cx="253746" cy="253746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17445" y="3621024"/>
            <a:ext cx="253746" cy="2537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53625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78802" y="373098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78802" y="36358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78802" y="354067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58539" y="373098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58539" y="36358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58539" y="35406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58539" y="34455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58539" y="3350362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38275" y="373098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38275" y="36358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31679" y="4932331"/>
            <a:ext cx="528638" cy="4863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31679" y="5059204"/>
            <a:ext cx="52863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95116" y="5122640"/>
            <a:ext cx="126873" cy="2326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85425" y="5143786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85425" y="5238940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85425" y="5334095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6232" y="2087690"/>
            <a:ext cx="338328" cy="2114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95396" y="1939671"/>
            <a:ext cx="0" cy="1480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89668" y="1876234"/>
            <a:ext cx="211455" cy="126874"/>
          </a:xfrm>
          <a:custGeom>
            <a:avLst/>
            <a:gdLst/>
            <a:ahLst/>
            <a:cxnLst/>
            <a:rect l="l" t="t" r="r" b="b"/>
            <a:pathLst>
              <a:path w="211455" h="126874">
                <a:moveTo>
                  <a:pt x="0" y="126874"/>
                </a:moveTo>
                <a:lnTo>
                  <a:pt x="105728" y="0"/>
                </a:lnTo>
                <a:lnTo>
                  <a:pt x="211455" y="126874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62795" y="2362581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11136" y="1823371"/>
            <a:ext cx="169164" cy="1691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501446" y="1823371"/>
            <a:ext cx="243173" cy="222027"/>
          </a:xfrm>
          <a:custGeom>
            <a:avLst/>
            <a:gdLst/>
            <a:ahLst/>
            <a:cxnLst/>
            <a:rect l="l" t="t" r="r" b="b"/>
            <a:pathLst>
              <a:path w="243173" h="222027">
                <a:moveTo>
                  <a:pt x="0" y="63436"/>
                </a:moveTo>
                <a:lnTo>
                  <a:pt x="116300" y="0"/>
                </a:lnTo>
                <a:lnTo>
                  <a:pt x="211455" y="84582"/>
                </a:lnTo>
                <a:lnTo>
                  <a:pt x="243173" y="22202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64882" y="2108835"/>
            <a:ext cx="33832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607173" y="2108835"/>
            <a:ext cx="253746" cy="232601"/>
          </a:xfrm>
          <a:custGeom>
            <a:avLst/>
            <a:gdLst/>
            <a:ahLst/>
            <a:cxnLst/>
            <a:rect l="l" t="t" r="r" b="b"/>
            <a:pathLst>
              <a:path w="253746" h="232601">
                <a:moveTo>
                  <a:pt x="0" y="0"/>
                </a:moveTo>
                <a:lnTo>
                  <a:pt x="31719" y="232601"/>
                </a:lnTo>
                <a:lnTo>
                  <a:pt x="222028" y="232601"/>
                </a:lnTo>
                <a:lnTo>
                  <a:pt x="253746" y="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02328" y="219341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42252" y="2172272"/>
            <a:ext cx="507492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95116" y="2024253"/>
            <a:ext cx="401764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47980" y="1876234"/>
            <a:ext cx="296037" cy="116300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53427" y="1823371"/>
            <a:ext cx="486346" cy="4863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38009" y="190795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07173" y="190795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22591" y="1992535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91755" y="207711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38009" y="216169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607173" y="224628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91755" y="19079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22591" y="216169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21408" y="3388424"/>
            <a:ext cx="253746" cy="2537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69426" y="3515297"/>
            <a:ext cx="253746" cy="253746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17445" y="3621024"/>
            <a:ext cx="253746" cy="2537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53625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78802" y="373098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78802" y="36358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78802" y="354067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58539" y="373098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58539" y="36358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58539" y="35406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58539" y="34455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58539" y="3350362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38275" y="373098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38275" y="36358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31679" y="4932331"/>
            <a:ext cx="528638" cy="4863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31679" y="5059204"/>
            <a:ext cx="52863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95116" y="5122640"/>
            <a:ext cx="126873" cy="2326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85425" y="5143786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85425" y="5238940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85425" y="5334095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6232" y="2087690"/>
            <a:ext cx="338328" cy="2114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95396" y="1939671"/>
            <a:ext cx="0" cy="1480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89668" y="1876234"/>
            <a:ext cx="211455" cy="126874"/>
          </a:xfrm>
          <a:custGeom>
            <a:avLst/>
            <a:gdLst/>
            <a:ahLst/>
            <a:cxnLst/>
            <a:rect l="l" t="t" r="r" b="b"/>
            <a:pathLst>
              <a:path w="211455" h="126874">
                <a:moveTo>
                  <a:pt x="0" y="126874"/>
                </a:moveTo>
                <a:lnTo>
                  <a:pt x="105728" y="0"/>
                </a:lnTo>
                <a:lnTo>
                  <a:pt x="211455" y="126874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62795" y="2362581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11136" y="1823371"/>
            <a:ext cx="169164" cy="1691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501446" y="1823371"/>
            <a:ext cx="243173" cy="222027"/>
          </a:xfrm>
          <a:custGeom>
            <a:avLst/>
            <a:gdLst/>
            <a:ahLst/>
            <a:cxnLst/>
            <a:rect l="l" t="t" r="r" b="b"/>
            <a:pathLst>
              <a:path w="243173" h="222027">
                <a:moveTo>
                  <a:pt x="0" y="63436"/>
                </a:moveTo>
                <a:lnTo>
                  <a:pt x="116300" y="0"/>
                </a:lnTo>
                <a:lnTo>
                  <a:pt x="211455" y="84582"/>
                </a:lnTo>
                <a:lnTo>
                  <a:pt x="243173" y="22202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64882" y="2108835"/>
            <a:ext cx="33832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607173" y="2108835"/>
            <a:ext cx="253746" cy="232601"/>
          </a:xfrm>
          <a:custGeom>
            <a:avLst/>
            <a:gdLst/>
            <a:ahLst/>
            <a:cxnLst/>
            <a:rect l="l" t="t" r="r" b="b"/>
            <a:pathLst>
              <a:path w="253746" h="232601">
                <a:moveTo>
                  <a:pt x="0" y="0"/>
                </a:moveTo>
                <a:lnTo>
                  <a:pt x="31719" y="232601"/>
                </a:lnTo>
                <a:lnTo>
                  <a:pt x="222028" y="232601"/>
                </a:lnTo>
                <a:lnTo>
                  <a:pt x="253746" y="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02328" y="219341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B · PIXEL-ART &amp; WORTMARKE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Pixel-Art.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48815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7378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0252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5940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8815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4502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7378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63065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4502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05940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628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4502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0190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91628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63065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8752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91628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20190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9884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PIXEL-GURKE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03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34013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41169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9794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76951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2685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534013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1169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832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6263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9794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76951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8410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2685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3401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4116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832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5548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6263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6979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7695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8410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2685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53401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4116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4832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5548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96263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6979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7695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8410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4013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116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4832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5548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6263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6979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76951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4116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4832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55482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6263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6979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48326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855482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62638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55482" y="263032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0196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803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PIXEL-HERZ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8347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958602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85144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58602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6575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52997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3713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4428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85144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95860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6575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17291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8007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8722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713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4428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85144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5860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6575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7291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8007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74428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85144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95860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6575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7291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37133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4428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85144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06575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7291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80071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52997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37133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80071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38722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0508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98347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PIXEL-STERN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08659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866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7938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32961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43676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6866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7938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32961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43676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6866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938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90098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00814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11530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22245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832961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43676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866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7938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90098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00814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11530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22245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32961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43676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6866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7938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32961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43676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866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7938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32961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43676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6866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79383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90098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00814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11530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22245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32961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43676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50820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8659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PIXEL-DISKETTE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555480" y="1783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8-Bit-Reminiszenzen — sparsam,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als retro-digitale Interpunktion.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77240" y="37033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Wortmarke.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7240" y="4343400"/>
            <a:ext cx="31089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18872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160520" y="4343400"/>
            <a:ext cx="3108960" cy="123444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57200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543800" y="4343400"/>
            <a:ext cx="3108960" cy="1234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955279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" y="5715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WEISS · SIGNAL-GRÜN · TINTE-SCHWARZ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VERWENDUNG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Zilla Slab"/>
              </a:rPr>
              <a:t>So verwendest du die Icons.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Kopieren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3969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Icon anklicken, Strg/Cmd + C — und in deine Folie einfügen.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666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Skalieren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00837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Immer proportional. Zielgröße 48–160 px, nie verzerren.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Echte Vektoren: Form anklicken und umfärben. Grün nur als Akzent.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Verboten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74573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Keine Emoji, keine Icon-Fonts, keine fremden Icon-Sets.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