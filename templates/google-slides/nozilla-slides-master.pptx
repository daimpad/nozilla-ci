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PRÄSENTATION · [KUNDE] · [TT.MM.JJJJ]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400" b="1">
                <a:solidFill>
                  <a:srgbClr val="000000"/>
                </a:solidFill>
                <a:latin typeface="Zilla Slab"/>
              </a:rPr>
              <a:t>[TITEL 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88920"/>
            <a:ext cx="6263924" cy="111150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854756"/>
            <a:ext cx="6263924" cy="11115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0000"/>
                </a:solidFill>
                <a:latin typeface="Zilla Slab"/>
              </a:rPr>
              <a:t>PRÄSENTATION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6028" y="285292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0000"/>
                </a:solidFill>
                <a:latin typeface="Zilla Slab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555555"/>
                </a:solidFill>
                <a:latin typeface="Zilla Slab"/>
              </a:rPr>
              <a:t>[Untertitel in einem Satz — was ist die Kernaussage?]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2064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228600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000000"/>
                </a:solidFill>
                <a:latin typeface="Zilla Slab"/>
              </a:rPr>
              <a:t>nozilla</a:t>
            </a:r>
            <a:r>
              <a:rPr b="1" sz="6800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6855" y="53492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[NAME]</a:t>
            </a:r>
          </a:p>
          <a:p>
            <a:pPr algn="r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EE5"/>
                </a:solidFill>
                <a:latin typeface="Space Mono"/>
              </a:rPr>
              <a:t>PRÄSENTATION · [KUNDE] · [TT.MM.JJJJ]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6400" b="1">
                <a:solidFill>
                  <a:srgbClr val="FFFEE5"/>
                </a:solidFill>
                <a:latin typeface="Zilla Slab"/>
              </a:rPr>
              <a:t>[TITEL 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88920"/>
            <a:ext cx="3333780" cy="111150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854756"/>
            <a:ext cx="3333780" cy="11115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0000"/>
                </a:solidFill>
                <a:latin typeface="Zilla Slab"/>
              </a:rPr>
              <a:t>DUNKEL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5884" y="2852928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EE5"/>
                </a:solidFill>
                <a:latin typeface="Zilla Slab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FFEE5"/>
                </a:solidFill>
                <a:latin typeface="Zilla Slab"/>
              </a:rPr>
              <a:t>[Untertitel — für Bühne und dunkle Räume.]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2064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228600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FFFEE5"/>
                </a:solidFill>
                <a:latin typeface="Zilla Slab"/>
              </a:rPr>
              <a:t>nozilla</a:t>
            </a:r>
            <a:r>
              <a:rPr b="1" sz="6800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0000"/>
                </a:solidFill>
                <a:latin typeface="Zilla Slab"/>
              </a:rPr>
              <a:t>Agenda.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7627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9C"/>
                </a:solidFill>
                <a:latin typeface="Space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3113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[Ausgangslage]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26079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9C"/>
                </a:solidFill>
                <a:latin typeface="Space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98094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[Ziel]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5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9C"/>
                </a:solidFill>
                <a:latin typeface="Space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3075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[Lösungsansatz]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25696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354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9C"/>
                </a:solidFill>
                <a:latin typeface="Space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80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[Vorgehen]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75504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9C"/>
                </a:solidFill>
                <a:latin typeface="Space Mon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230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[Nächste Schritte]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pace Mono"/>
              </a:rPr>
              <a:t>KAPITEL [N]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000" b="1">
                <a:solidFill>
                  <a:srgbClr val="000000"/>
                </a:solidFill>
                <a:latin typeface="Zilla Slab"/>
              </a:rPr>
              <a:t>[KAPITEL-</a:t>
            </a:r>
          </a:p>
          <a:p>
            <a:pPr algn="l">
              <a:lnSpc>
                <a:spcPct val="92000"/>
              </a:lnSpc>
            </a:pPr>
            <a:r>
              <a:rPr sz="7000" b="1">
                <a:solidFill>
                  <a:srgbClr val="000000"/>
                </a:solidFill>
                <a:latin typeface="Zilla Slab"/>
              </a:rPr>
              <a:t>TITEL.]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00000"/>
                </a:solidFill>
                <a:latin typeface="Zilla Slab"/>
              </a:rPr>
              <a:t>[Ein Satz, worum es in diesem Kapitel geht.]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FF9C"/>
                </a:solidFill>
                <a:latin typeface="Space Mono"/>
              </a:rPr>
              <a:t>KAPITEL [N]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000" b="1">
                <a:solidFill>
                  <a:srgbClr val="FFFEE5"/>
                </a:solidFill>
                <a:latin typeface="Zilla Slab"/>
              </a:rPr>
              <a:t>[KAPITEL-</a:t>
            </a:r>
          </a:p>
          <a:p>
            <a:pPr algn="l">
              <a:lnSpc>
                <a:spcPct val="92000"/>
              </a:lnSpc>
            </a:pPr>
            <a:r>
              <a:rPr sz="7000" b="1">
                <a:solidFill>
                  <a:srgbClr val="FFFEE5"/>
                </a:solidFill>
                <a:latin typeface="Zilla Slab"/>
              </a:rPr>
              <a:t>TITEL.]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EE5"/>
                </a:solidFill>
                <a:latin typeface="Zilla Slab"/>
              </a:rPr>
              <a:t>[Ein Satz, worum es in diesem Kapitel geht.]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INHALT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[Überschrift in einem Satz.]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8046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00000"/>
                </a:solidFill>
                <a:latin typeface="Inter"/>
              </a:rPr>
              <a:t>[Fließtext. Direkt, ehrlich, deutsch. Kurze Verben statt langer Substantivketten.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00000"/>
                </a:solidFill>
                <a:latin typeface="Inter"/>
              </a:rPr>
              <a:t>Eine Behauptung, die man prüfen kann — mit Beleg, Zahl oder Beispiel.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00000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000000"/>
                </a:solidFill>
                <a:latin typeface="Inter"/>
              </a:rPr>
              <a:t>[Zweiter Absatz: Kontext und Einordnung.]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ZWEI SPALTEN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[Überschrift.]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Zilla Slab"/>
              </a:rPr>
              <a:t>[Links.]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499856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Inter"/>
              </a:rPr>
              <a:t>[Inhalt der linken Spalte. Ein Gedanke pro Spalte.]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5887" y="2377440"/>
            <a:ext cx="256032" cy="4572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260604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Zilla Slab"/>
              </a:rPr>
              <a:t>[Rechts.]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200400"/>
            <a:ext cx="499856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Inter"/>
              </a:rPr>
              <a:t>[Inhalt der rechten Spalte. Symmetrie hilft beim Lesen.]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DREI KARTEN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[Drei Bausteine.]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3240938" cy="26517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3240938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580" y="2811780"/>
            <a:ext cx="205740" cy="205740"/>
          </a:xfrm>
          <a:prstGeom prst="rect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08760" y="2811780"/>
            <a:ext cx="205740" cy="205740"/>
          </a:xfrm>
          <a:prstGeom prst="rect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1580" y="3108960"/>
            <a:ext cx="205740" cy="205740"/>
          </a:xfrm>
          <a:prstGeom prst="rect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3108960"/>
            <a:ext cx="205740" cy="205740"/>
          </a:xfrm>
          <a:prstGeom prst="rect">
            <a:avLst/>
          </a:pr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[Struktur]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[Kurzer Text zur Karte.]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9386" y="2441448"/>
            <a:ext cx="3240938" cy="26517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75378" y="2377440"/>
            <a:ext cx="3240938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932578" y="2903220"/>
            <a:ext cx="137160" cy="320040"/>
          </a:xfrm>
          <a:custGeom>
            <a:avLst/>
            <a:gdLst/>
            <a:ahLst/>
            <a:cxnLst/>
            <a:rect l="l" t="t" r="r" b="b"/>
            <a:pathLst>
              <a:path w="137160" h="320040">
                <a:moveTo>
                  <a:pt x="137160" y="0"/>
                </a:moveTo>
                <a:lnTo>
                  <a:pt x="0" y="160020"/>
                </a:lnTo>
                <a:lnTo>
                  <a:pt x="137160" y="320040"/>
                </a:lnTo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252618" y="2903220"/>
            <a:ext cx="137160" cy="320040"/>
          </a:xfrm>
          <a:custGeom>
            <a:avLst/>
            <a:gdLst/>
            <a:ahLst/>
            <a:cxnLst/>
            <a:rect l="l" t="t" r="r" b="b"/>
            <a:pathLst>
              <a:path w="137160" h="320040">
                <a:moveTo>
                  <a:pt x="0" y="0"/>
                </a:moveTo>
                <a:lnTo>
                  <a:pt x="137160" y="160020"/>
                </a:lnTo>
                <a:lnTo>
                  <a:pt x="0" y="320040"/>
                </a:lnTo>
              </a:path>
            </a:pathLst>
          </a:custGeom>
          <a:noFill/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5115458" y="2857500"/>
            <a:ext cx="91440" cy="411480"/>
          </a:xfrm>
          <a:prstGeom prst="line">
            <a:avLst/>
          </a:prstGeom>
          <a:ln w="457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95418" y="370332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[Technik]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5418" y="420624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[Kurzer Text zur Karte.]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7524" y="2441448"/>
            <a:ext cx="3240938" cy="26517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3516" y="2377440"/>
            <a:ext cx="3240938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584997" y="278892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lnTo>
                  <a:pt x="331470" y="217170"/>
                </a:lnTo>
                <a:lnTo>
                  <a:pt x="548640" y="274320"/>
                </a:lnTo>
                <a:lnTo>
                  <a:pt x="331470" y="331470"/>
                </a:lnTo>
                <a:lnTo>
                  <a:pt x="274320" y="548640"/>
                </a:lnTo>
                <a:lnTo>
                  <a:pt x="217170" y="331470"/>
                </a:lnTo>
                <a:lnTo>
                  <a:pt x="0" y="274320"/>
                </a:lnTo>
                <a:lnTo>
                  <a:pt x="217170" y="217170"/>
                </a:lnTo>
                <a:close/>
              </a:path>
            </a:pathLst>
          </a:custGeom>
          <a:solidFill>
            <a:srgbClr val="00FF9C"/>
          </a:solidFill>
          <a:ln w="4572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93556" y="370332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Zilla Slab"/>
              </a:rPr>
              <a:t>[Wirkung]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3556" y="4206240"/>
            <a:ext cx="2600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[Kurzer Text zur Karte.]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[Ein Satz, der</a:t>
            </a:r>
          </a:p>
          <a:p>
            <a:pPr algn="l">
              <a:lnSpc>
                <a:spcPct val="95000"/>
              </a:lnSpc>
            </a:pPr>
            <a:r>
              <a:rPr sz="6200" b="1">
                <a:solidFill>
                  <a:srgbClr val="000000"/>
                </a:solidFill>
                <a:latin typeface="Zilla Slab"/>
              </a:rPr>
              <a:t>für sich steht.]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54880"/>
            <a:ext cx="1463040" cy="5486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[OPTIONALE EINORDNUNG IN EINER ZEILE.]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ZITAT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54864" cy="2926080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8686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>
                <a:solidFill>
                  <a:srgbClr val="000000"/>
                </a:solidFill>
                <a:latin typeface="Zilla Slab"/>
              </a:rPr>
              <a:t>„[Zitat — eine Aussage, die jemand</a:t>
            </a:r>
          </a:p>
          <a:p>
            <a:pPr algn="l">
              <a:lnSpc>
                <a:spcPct val="125000"/>
              </a:lnSpc>
            </a:pPr>
            <a:r>
              <a:rPr sz="3400" b="0">
                <a:solidFill>
                  <a:srgbClr val="000000"/>
                </a:solidFill>
                <a:latin typeface="Zilla Slab"/>
              </a:rPr>
              <a:t>wirklich so sagen würde.]“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[NAME], [ROLLE], [FIRMA]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KENNZAHLEN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[Zahlen, die zählen.]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[KENNZAHL]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0000"/>
                </a:solidFill>
                <a:latin typeface="Zilla Slab"/>
              </a:rPr>
              <a:t>[XX]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[Erläuterung]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386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5378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5418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[KENNZAHL]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5418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0000"/>
                </a:solidFill>
                <a:latin typeface="Zilla Slab"/>
              </a:rPr>
              <a:t>[NN]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5418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[Erläuterung]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7524" y="2532888"/>
            <a:ext cx="3240938" cy="2103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3516" y="2468880"/>
            <a:ext cx="324093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3556" y="2788920"/>
            <a:ext cx="26008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[KENNZAHL]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3556" y="3154680"/>
            <a:ext cx="26008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0000"/>
                </a:solidFill>
                <a:latin typeface="Zilla Slab"/>
              </a:rPr>
              <a:t>[X,X]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4069080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[Erläuterung]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[Vorgehen in vier Schritten.]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[Analyse]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[X WOCHEN]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3481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6553" y="2514600"/>
            <a:ext cx="566928" cy="566928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6553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[Prototyp]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553" y="370332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[X WOCHEN]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2795" y="2788920"/>
            <a:ext cx="217238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25146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5867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867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[Bau]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370332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[X WOCHEN]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5181" y="25146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5181" y="263347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latin typeface="Space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5181" y="329184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[Launch]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181" y="370332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[X WOCHEN]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TABELLE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[Übersicht.]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pace Mono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pace Mono"/>
              </a:rPr>
              <a:t>INHALT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9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pace Mono"/>
              </a:rPr>
              <a:t>ERGEBNIS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pace Mono"/>
              </a:rPr>
              <a:t>DAUER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23744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Inter"/>
              </a:rPr>
              <a:t>1 ·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6700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6700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67004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[X W.]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1063721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369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Inter"/>
              </a:rPr>
              <a:t>2 · Prototyp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2369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32369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323697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[X W.]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1063721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0390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Inter"/>
              </a:rPr>
              <a:t>3 · Bau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80390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80390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80390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[X W.]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24528"/>
            <a:ext cx="1063721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Inter"/>
              </a:rPr>
              <a:t>4 ·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3708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43708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[…]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37083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[X W.]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791456"/>
            <a:ext cx="1063721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7" y="1207008"/>
            <a:ext cx="6766560" cy="4480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6766560" cy="448056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55555"/>
                </a:solidFill>
                <a:latin typeface="Space Mono"/>
              </a:rPr>
              <a:t>[ BILD ERSETZEN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23444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Zilla Slab"/>
              </a:rPr>
              <a:t>[Bildunterschrift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Zilla Slab"/>
              </a:rPr>
              <a:t>in zwei Zeilen.]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8346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[Kontext zum Bild. Wenn Fotografie, dann schwarzweiß mit Korn — nie Stock.]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LEISTUNGEN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[Was wir tun.]</a:t>
            </a:r>
          </a:p>
        </p:txBody>
      </p:sp>
      <p:sp>
        <p:nvSpPr>
          <p:cNvPr id="7" name="Freeform 6"/>
          <p:cNvSpPr/>
          <p:nvPr/>
        </p:nvSpPr>
        <p:spPr>
          <a:xfrm>
            <a:off x="970121" y="2506028"/>
            <a:ext cx="278607" cy="428624"/>
          </a:xfrm>
          <a:custGeom>
            <a:avLst/>
            <a:gdLst/>
            <a:ahLst/>
            <a:cxnLst/>
            <a:rect l="l" t="t" r="r" b="b"/>
            <a:pathLst>
              <a:path w="278607" h="428624">
                <a:moveTo>
                  <a:pt x="0" y="0"/>
                </a:moveTo>
                <a:lnTo>
                  <a:pt x="0" y="364331"/>
                </a:lnTo>
                <a:lnTo>
                  <a:pt x="96441" y="278606"/>
                </a:lnTo>
                <a:lnTo>
                  <a:pt x="160735" y="428624"/>
                </a:lnTo>
                <a:lnTo>
                  <a:pt x="225028" y="396478"/>
                </a:lnTo>
                <a:lnTo>
                  <a:pt x="160735" y="257174"/>
                </a:lnTo>
                <a:lnTo>
                  <a:pt x="278607" y="257174"/>
                </a:lnTo>
                <a:close/>
              </a:path>
            </a:pathLst>
          </a:cu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[Interface]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1103" y="2506028"/>
            <a:ext cx="514350" cy="428625"/>
          </a:xfrm>
          <a:prstGeom prst="rect">
            <a:avLst/>
          </a:pr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61103" y="2623899"/>
            <a:ext cx="514350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646828" y="2731056"/>
            <a:ext cx="64294" cy="107156"/>
          </a:xfrm>
          <a:custGeom>
            <a:avLst/>
            <a:gdLst/>
            <a:ahLst/>
            <a:cxnLst/>
            <a:rect l="l" t="t" r="r" b="b"/>
            <a:pathLst>
              <a:path w="64294" h="107156">
                <a:moveTo>
                  <a:pt x="0" y="0"/>
                </a:moveTo>
                <a:lnTo>
                  <a:pt x="64294" y="53578"/>
                </a:lnTo>
                <a:lnTo>
                  <a:pt x="0" y="107156"/>
                </a:lnTo>
              </a:path>
            </a:pathLst>
          </a:cu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775416" y="2838212"/>
            <a:ext cx="150019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75378" y="32461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[Plattform]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378" y="361188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16" name="Freeform 15"/>
          <p:cNvSpPr/>
          <p:nvPr/>
        </p:nvSpPr>
        <p:spPr>
          <a:xfrm>
            <a:off x="8302104" y="2506028"/>
            <a:ext cx="428625" cy="428624"/>
          </a:xfrm>
          <a:custGeom>
            <a:avLst/>
            <a:gdLst/>
            <a:ahLst/>
            <a:cxnLst/>
            <a:rect l="l" t="t" r="r" b="b"/>
            <a:pathLst>
              <a:path w="428625" h="428624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85725" y="428624"/>
                </a:lnTo>
                <a:lnTo>
                  <a:pt x="85725" y="85724"/>
                </a:lnTo>
                <a:lnTo>
                  <a:pt x="342900" y="85724"/>
                </a:lnTo>
                <a:lnTo>
                  <a:pt x="342900" y="342900"/>
                </a:lnTo>
                <a:lnTo>
                  <a:pt x="171450" y="342900"/>
                </a:lnTo>
                <a:lnTo>
                  <a:pt x="171450" y="171450"/>
                </a:lnTo>
                <a:lnTo>
                  <a:pt x="257175" y="171450"/>
                </a:lnTo>
              </a:path>
            </a:pathLst>
          </a:cu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3516" y="32461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[Architektur]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361188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19" name="Freeform 18"/>
          <p:cNvSpPr/>
          <p:nvPr/>
        </p:nvSpPr>
        <p:spPr>
          <a:xfrm>
            <a:off x="884396" y="4106227"/>
            <a:ext cx="471488" cy="407194"/>
          </a:xfrm>
          <a:custGeom>
            <a:avLst/>
            <a:gdLst/>
            <a:ahLst/>
            <a:cxnLst/>
            <a:rect l="l" t="t" r="r" b="b"/>
            <a:pathLst>
              <a:path w="471488" h="407194">
                <a:moveTo>
                  <a:pt x="0" y="0"/>
                </a:moveTo>
                <a:lnTo>
                  <a:pt x="471488" y="0"/>
                </a:lnTo>
                <a:lnTo>
                  <a:pt x="471488" y="300038"/>
                </a:lnTo>
                <a:lnTo>
                  <a:pt x="171450" y="300038"/>
                </a:lnTo>
                <a:lnTo>
                  <a:pt x="64294" y="407194"/>
                </a:lnTo>
                <a:lnTo>
                  <a:pt x="64294" y="300038"/>
                </a:lnTo>
                <a:lnTo>
                  <a:pt x="0" y="300038"/>
                </a:lnTo>
                <a:close/>
              </a:path>
            </a:pathLst>
          </a:cu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8698" y="4230529"/>
            <a:ext cx="51435" cy="5143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422" y="4230529"/>
            <a:ext cx="51435" cy="5143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0148" y="4230529"/>
            <a:ext cx="51435" cy="5143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[Beratung]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79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25" name="Oval 24"/>
          <p:cNvSpPr/>
          <p:nvPr/>
        </p:nvSpPr>
        <p:spPr>
          <a:xfrm>
            <a:off x="4657544" y="4159806"/>
            <a:ext cx="321469" cy="321469"/>
          </a:xfrm>
          <a:prstGeom prst="ellipse">
            <a:avLst/>
          </a:pr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64700" y="4266962"/>
            <a:ext cx="107156" cy="107156"/>
          </a:xfrm>
          <a:prstGeom prst="ellipse">
            <a:avLst/>
          </a:prstGeom>
          <a:noFill/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979013" y="4320540"/>
            <a:ext cx="64294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18278" y="4481274"/>
            <a:ext cx="0" cy="64294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593250" y="4320540"/>
            <a:ext cx="64294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818278" y="4095512"/>
            <a:ext cx="0" cy="64294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31864" y="4434126"/>
            <a:ext cx="47149" cy="47148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657544" y="4434126"/>
            <a:ext cx="47149" cy="47148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4657544" y="4159806"/>
            <a:ext cx="47149" cy="47148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931864" y="4159806"/>
            <a:ext cx="47149" cy="47148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75378" y="48463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[Betrieb]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5378" y="5212079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37" name="Oval 36"/>
          <p:cNvSpPr/>
          <p:nvPr/>
        </p:nvSpPr>
        <p:spPr>
          <a:xfrm>
            <a:off x="8366398" y="4106227"/>
            <a:ext cx="300038" cy="300038"/>
          </a:xfrm>
          <a:prstGeom prst="ellipse">
            <a:avLst/>
          </a:prstGeom>
          <a:solidFill>
            <a:srgbClr val="00FF9C"/>
          </a:solidFill>
          <a:ln w="4286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430692" y="4449128"/>
            <a:ext cx="171450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52123" y="4513421"/>
            <a:ext cx="128588" cy="0"/>
          </a:xfrm>
          <a:prstGeom prst="line">
            <a:avLst/>
          </a:prstGeom>
          <a:ln w="428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73516" y="484632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[Prototyp]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3516" y="5212079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[Ein Satz dazu.]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[Wer arbeitet daran.]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04009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801139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8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0561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6553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3323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540453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8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6553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6553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9875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867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82637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279767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7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5867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867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189" y="2441448"/>
            <a:ext cx="2419273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5181" y="2377440"/>
            <a:ext cx="2419273" cy="1463040"/>
          </a:xfrm>
          <a:prstGeom prst="rect">
            <a:avLst/>
          </a:prstGeom>
          <a:solidFill>
            <a:srgbClr val="F2F2F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21951" y="2806065"/>
            <a:ext cx="257175" cy="257175"/>
          </a:xfrm>
          <a:prstGeom prst="ellipse">
            <a:avLst/>
          </a:pr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019081" y="3153251"/>
            <a:ext cx="462915" cy="167164"/>
          </a:xfrm>
          <a:custGeom>
            <a:avLst/>
            <a:gdLst/>
            <a:ahLst/>
            <a:cxnLst/>
            <a:rect l="l" t="t" r="r" b="b"/>
            <a:pathLst>
              <a:path w="462915" h="167164">
                <a:moveTo>
                  <a:pt x="0" y="167164"/>
                </a:moveTo>
                <a:lnTo>
                  <a:pt x="51435" y="51435"/>
                </a:lnTo>
                <a:lnTo>
                  <a:pt x="231457" y="0"/>
                </a:lnTo>
                <a:lnTo>
                  <a:pt x="411480" y="51435"/>
                </a:lnTo>
                <a:lnTo>
                  <a:pt x="462915" y="167164"/>
                </a:lnTo>
              </a:path>
            </a:pathLst>
          </a:custGeom>
          <a:noFill/>
          <a:ln w="514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5181" y="4023360"/>
            <a:ext cx="24192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Zilla Slab"/>
              </a:rPr>
              <a:t>[NAME]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5181" y="440740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[ROLLE]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[Nächste Schritte.]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7" y="244144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9689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[Was passiert als Nächstes?]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6517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Space Mono"/>
              </a:rPr>
              <a:t>[WER]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[BIS WANN]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340156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5701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[Zweiter Schritt.]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Space Mono"/>
              </a:rPr>
              <a:t>[WER]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[BIS WANN]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7" y="4361688"/>
            <a:ext cx="10637215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10637215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1713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Zilla Slab"/>
              </a:rPr>
              <a:t>[Dritter Schritt.]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572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Space Mono"/>
              </a:rPr>
              <a:t>[WER]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572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[BIS WANN]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FF9C"/>
                </a:solidFill>
                <a:latin typeface="Space Mono"/>
              </a:rPr>
              <a:t>KONTAKT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EE5"/>
                </a:solidFill>
                <a:latin typeface="Zilla Slab"/>
              </a:rPr>
              <a:t>Gute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9136" y="1975104"/>
            <a:ext cx="3279363" cy="1177544"/>
          </a:xfrm>
          <a:prstGeom prst="rect">
            <a:avLst/>
          </a:prstGeom>
          <a:solidFill>
            <a:srgbClr val="00F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8864" y="2040940"/>
            <a:ext cx="3279363" cy="1177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00000"/>
                </a:solidFill>
                <a:latin typeface="Zilla Slab"/>
              </a:rPr>
              <a:t>digitale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EE5"/>
                </a:solidFill>
                <a:latin typeface="Zilla Slab"/>
              </a:rPr>
              <a:t>Dienste.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09160"/>
            <a:ext cx="10637215" cy="25400"/>
          </a:xfrm>
          <a:prstGeom prst="rect">
            <a:avLst/>
          </a:prstGeom>
          <a:solidFill>
            <a:srgbClr val="FFF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FFFEE5"/>
                </a:solidFill>
                <a:latin typeface="Space Mono"/>
              </a:rPr>
              <a:t>[NAME] · [ROLLE]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FFFEE5"/>
                </a:solidFill>
                <a:latin typeface="Space Mono"/>
              </a:rPr>
              <a:t>contact@nozilla.de · nozilla.de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9895" y="5029200"/>
            <a:ext cx="228600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6800">
                <a:solidFill>
                  <a:srgbClr val="FFFEE5"/>
                </a:solidFill>
                <a:latin typeface="Zilla Slab"/>
              </a:rPr>
              <a:t>nozilla</a:t>
            </a:r>
            <a:r>
              <a:rPr b="1" sz="6800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STIL-REFERENZ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2455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// GUTE DIGITALE DIENSTE.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713232"/>
            <a:ext cx="1063721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0000"/>
                </a:solidFill>
                <a:latin typeface="Zilla Slab"/>
              </a:rPr>
              <a:t>Farbe &amp; Typo.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2419273" cy="1051560"/>
          </a:xfrm>
          <a:prstGeom prst="rect">
            <a:avLst/>
          </a:prstGeom>
          <a:solidFill>
            <a:srgbClr val="00FF9C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pace Mono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#00FF9C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6553" y="2377440"/>
            <a:ext cx="2419273" cy="1051560"/>
          </a:xfrm>
          <a:prstGeom prst="rect">
            <a:avLst/>
          </a:prstGeom>
          <a:solidFill>
            <a:srgbClr val="FFFEE5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352044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pace Mono"/>
              </a:rPr>
              <a:t>PAPIER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376732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#FFFEE5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5867" y="2377440"/>
            <a:ext cx="2419273" cy="105156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5867" y="352044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pace Mono"/>
              </a:rPr>
              <a:t>TINTE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376732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#000000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5181" y="2377440"/>
            <a:ext cx="2419273" cy="1051560"/>
          </a:xfrm>
          <a:prstGeom prst="rect">
            <a:avLst/>
          </a:prstGeom>
          <a:solidFill>
            <a:srgbClr val="0C0C0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5181" y="3520440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pace Mono"/>
              </a:rPr>
              <a:t>INK 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5181" y="3767328"/>
            <a:ext cx="24192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555"/>
                </a:solidFill>
                <a:latin typeface="Space Mono"/>
              </a:rPr>
              <a:t>#0C0C0A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434840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Zilla Slab"/>
              </a:rPr>
              <a:t>Zilla Slab Bold —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0000"/>
                </a:solidFill>
                <a:latin typeface="Inter"/>
              </a:rPr>
              <a:t>Inter Regular — Fließtext, 17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Space Mono"/>
              </a:rPr>
              <a:t>SPACE MONO —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61772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Radius 0 · harte Schatten (6px Offset) ·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keine Verläufe, kein Blur, kein Glas.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199632"/>
            <a:ext cx="10637215" cy="127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309360"/>
            <a:ext cx="480060" cy="130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28">
                <a:solidFill>
                  <a:srgbClr val="555555"/>
                </a:solidFill>
                <a:latin typeface="Zilla Slab"/>
              </a:rPr>
              <a:t>nozilla</a:t>
            </a:r>
            <a:r>
              <a:rPr b="1" sz="1428">
                <a:solidFill>
                  <a:srgbClr val="00FF9C"/>
                </a:solidFill>
                <a:latin typeface="Zilla Slab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55555"/>
                </a:solidFill>
                <a:latin typeface="Space Mon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